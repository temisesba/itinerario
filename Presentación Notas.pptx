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60" r:id="rId3"/>
    <p:sldId id="256" r:id="rId4"/>
    <p:sldId id="258" r:id="rId5"/>
    <p:sldId id="261" r:id="rId6"/>
    <p:sldId id="262" r:id="rId7"/>
    <p:sldId id="259" r:id="rId8"/>
    <p:sldId id="263" r:id="rId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A734"/>
    <a:srgbClr val="D8AE5C"/>
    <a:srgbClr val="F2EFE9"/>
    <a:srgbClr val="F0EEE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21DA9C-3572-4623-827D-30C50EA98098}" v="8" dt="2026-06-28T22:06:23.2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2" autoAdjust="0"/>
    <p:restoredTop sz="94660"/>
  </p:normalViewPr>
  <p:slideViewPr>
    <p:cSldViewPr snapToGrid="0">
      <p:cViewPr varScale="1">
        <p:scale>
          <a:sx n="85" d="100"/>
          <a:sy n="85" d="100"/>
        </p:scale>
        <p:origin x="2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mis Espinosa Badillo" userId="da77ef69bb521d18" providerId="LiveId" clId="{620A3796-3D23-495D-8A30-46E335AAAEB4}"/>
    <pc:docChg chg="undo custSel addSld modSld sldOrd">
      <pc:chgData name="Temis Espinosa Badillo" userId="da77ef69bb521d18" providerId="LiveId" clId="{620A3796-3D23-495D-8A30-46E335AAAEB4}" dt="2026-06-28T22:06:47.868" v="484" actId="14100"/>
      <pc:docMkLst>
        <pc:docMk/>
      </pc:docMkLst>
      <pc:sldChg chg="addSp delSp modSp mod">
        <pc:chgData name="Temis Espinosa Badillo" userId="da77ef69bb521d18" providerId="LiveId" clId="{620A3796-3D23-495D-8A30-46E335AAAEB4}" dt="2026-06-28T22:03:20.858" v="435" actId="1076"/>
        <pc:sldMkLst>
          <pc:docMk/>
          <pc:sldMk cId="2304963297" sldId="259"/>
        </pc:sldMkLst>
        <pc:spChg chg="add mod">
          <ac:chgData name="Temis Espinosa Badillo" userId="da77ef69bb521d18" providerId="LiveId" clId="{620A3796-3D23-495D-8A30-46E335AAAEB4}" dt="2026-06-28T22:01:46.244" v="417" actId="208"/>
          <ac:spMkLst>
            <pc:docMk/>
            <pc:sldMk cId="2304963297" sldId="259"/>
            <ac:spMk id="2" creationId="{79AC0A33-3FE9-B64A-E2BE-400D399E8F7B}"/>
          </ac:spMkLst>
        </pc:spChg>
        <pc:spChg chg="add mod">
          <ac:chgData name="Temis Espinosa Badillo" userId="da77ef69bb521d18" providerId="LiveId" clId="{620A3796-3D23-495D-8A30-46E335AAAEB4}" dt="2026-06-28T22:03:20.858" v="435" actId="1076"/>
          <ac:spMkLst>
            <pc:docMk/>
            <pc:sldMk cId="2304963297" sldId="259"/>
            <ac:spMk id="7" creationId="{7AEB61A7-E98D-EB23-CECD-F9DBC3876925}"/>
          </ac:spMkLst>
        </pc:spChg>
        <pc:picChg chg="del">
          <ac:chgData name="Temis Espinosa Badillo" userId="da77ef69bb521d18" providerId="LiveId" clId="{620A3796-3D23-495D-8A30-46E335AAAEB4}" dt="2026-06-28T22:00:54.958" v="349" actId="478"/>
          <ac:picMkLst>
            <pc:docMk/>
            <pc:sldMk cId="2304963297" sldId="259"/>
            <ac:picMk id="116" creationId="{23A8ED4E-57A3-8D6D-1ED0-C3A5A1516A1B}"/>
          </ac:picMkLst>
        </pc:picChg>
      </pc:sldChg>
      <pc:sldChg chg="addSp delSp modSp add mod ord">
        <pc:chgData name="Temis Espinosa Badillo" userId="da77ef69bb521d18" providerId="LiveId" clId="{620A3796-3D23-495D-8A30-46E335AAAEB4}" dt="2026-06-28T22:03:03.663" v="433"/>
        <pc:sldMkLst>
          <pc:docMk/>
          <pc:sldMk cId="3357094046" sldId="262"/>
        </pc:sldMkLst>
        <pc:spChg chg="mod">
          <ac:chgData name="Temis Espinosa Badillo" userId="da77ef69bb521d18" providerId="LiveId" clId="{620A3796-3D23-495D-8A30-46E335AAAEB4}" dt="2026-06-28T14:22:14.279" v="280" actId="1038"/>
          <ac:spMkLst>
            <pc:docMk/>
            <pc:sldMk cId="3357094046" sldId="262"/>
            <ac:spMk id="6" creationId="{A077D37F-BC79-9CC7-0976-1036EF0AEDDF}"/>
          </ac:spMkLst>
        </pc:spChg>
        <pc:spChg chg="add mod">
          <ac:chgData name="Temis Espinosa Badillo" userId="da77ef69bb521d18" providerId="LiveId" clId="{620A3796-3D23-495D-8A30-46E335AAAEB4}" dt="2026-06-28T22:02:05.725" v="419"/>
          <ac:spMkLst>
            <pc:docMk/>
            <pc:sldMk cId="3357094046" sldId="262"/>
            <ac:spMk id="7" creationId="{F8644C7D-1E1A-3136-DF00-11C59B1D42D9}"/>
          </ac:spMkLst>
        </pc:spChg>
        <pc:spChg chg="add mod">
          <ac:chgData name="Temis Espinosa Badillo" userId="da77ef69bb521d18" providerId="LiveId" clId="{620A3796-3D23-495D-8A30-46E335AAAEB4}" dt="2026-06-28T22:02:42.120" v="431" actId="1037"/>
          <ac:spMkLst>
            <pc:docMk/>
            <pc:sldMk cId="3357094046" sldId="262"/>
            <ac:spMk id="10" creationId="{8B568E11-FF28-7C03-1A41-76BA5EDA886F}"/>
          </ac:spMkLst>
        </pc:spChg>
        <pc:spChg chg="mod">
          <ac:chgData name="Temis Espinosa Badillo" userId="da77ef69bb521d18" providerId="LiveId" clId="{620A3796-3D23-495D-8A30-46E335AAAEB4}" dt="2026-06-28T14:24:22.819" v="326" actId="20577"/>
          <ac:spMkLst>
            <pc:docMk/>
            <pc:sldMk cId="3357094046" sldId="262"/>
            <ac:spMk id="25" creationId="{FB78EFC7-6230-B2A5-DAB3-596715A78DCB}"/>
          </ac:spMkLst>
        </pc:spChg>
        <pc:spChg chg="mod">
          <ac:chgData name="Temis Espinosa Badillo" userId="da77ef69bb521d18" providerId="LiveId" clId="{620A3796-3D23-495D-8A30-46E335AAAEB4}" dt="2026-06-28T14:23:05.246" v="290" actId="1038"/>
          <ac:spMkLst>
            <pc:docMk/>
            <pc:sldMk cId="3357094046" sldId="262"/>
            <ac:spMk id="53" creationId="{00039A93-59E7-5D33-FE64-C56A35892DD2}"/>
          </ac:spMkLst>
        </pc:spChg>
        <pc:spChg chg="mod topLvl">
          <ac:chgData name="Temis Espinosa Badillo" userId="da77ef69bb521d18" providerId="LiveId" clId="{620A3796-3D23-495D-8A30-46E335AAAEB4}" dt="2026-06-28T14:24:28.852" v="331" actId="6549"/>
          <ac:spMkLst>
            <pc:docMk/>
            <pc:sldMk cId="3357094046" sldId="262"/>
            <ac:spMk id="73" creationId="{9781FDF1-F30E-4DBC-00FA-BCD5F44EAC66}"/>
          </ac:spMkLst>
        </pc:spChg>
        <pc:spChg chg="mod topLvl">
          <ac:chgData name="Temis Espinosa Badillo" userId="da77ef69bb521d18" providerId="LiveId" clId="{620A3796-3D23-495D-8A30-46E335AAAEB4}" dt="2026-06-28T14:23:05.246" v="290" actId="1038"/>
          <ac:spMkLst>
            <pc:docMk/>
            <pc:sldMk cId="3357094046" sldId="262"/>
            <ac:spMk id="74" creationId="{72A6C2C7-8B3B-D521-7477-2F2E5D896CC4}"/>
          </ac:spMkLst>
        </pc:spChg>
        <pc:spChg chg="mod topLvl">
          <ac:chgData name="Temis Espinosa Badillo" userId="da77ef69bb521d18" providerId="LiveId" clId="{620A3796-3D23-495D-8A30-46E335AAAEB4}" dt="2026-06-28T14:24:39.072" v="342" actId="6549"/>
          <ac:spMkLst>
            <pc:docMk/>
            <pc:sldMk cId="3357094046" sldId="262"/>
            <ac:spMk id="88" creationId="{3FCEB677-2676-E3A6-2F6E-23A3333FF52E}"/>
          </ac:spMkLst>
        </pc:spChg>
        <pc:spChg chg="mod topLvl">
          <ac:chgData name="Temis Espinosa Badillo" userId="da77ef69bb521d18" providerId="LiveId" clId="{620A3796-3D23-495D-8A30-46E335AAAEB4}" dt="2026-06-28T14:23:05.246" v="290" actId="1038"/>
          <ac:spMkLst>
            <pc:docMk/>
            <pc:sldMk cId="3357094046" sldId="262"/>
            <ac:spMk id="89" creationId="{E39E8504-AACA-0132-1CB7-1F26259F9971}"/>
          </ac:spMkLst>
        </pc:spChg>
        <pc:spChg chg="mod topLvl">
          <ac:chgData name="Temis Espinosa Badillo" userId="da77ef69bb521d18" providerId="LiveId" clId="{620A3796-3D23-495D-8A30-46E335AAAEB4}" dt="2026-06-28T14:24:45.689" v="347" actId="6549"/>
          <ac:spMkLst>
            <pc:docMk/>
            <pc:sldMk cId="3357094046" sldId="262"/>
            <ac:spMk id="103" creationId="{5C3633F5-0564-C34C-7599-A3CE44E647E0}"/>
          </ac:spMkLst>
        </pc:spChg>
        <pc:spChg chg="mod topLvl">
          <ac:chgData name="Temis Espinosa Badillo" userId="da77ef69bb521d18" providerId="LiveId" clId="{620A3796-3D23-495D-8A30-46E335AAAEB4}" dt="2026-06-28T14:23:05.246" v="290" actId="1038"/>
          <ac:spMkLst>
            <pc:docMk/>
            <pc:sldMk cId="3357094046" sldId="262"/>
            <ac:spMk id="104" creationId="{2175482A-D1AB-91CD-CB6B-302821D56885}"/>
          </ac:spMkLst>
        </pc:spChg>
        <pc:grpChg chg="mod">
          <ac:chgData name="Temis Espinosa Badillo" userId="da77ef69bb521d18" providerId="LiveId" clId="{620A3796-3D23-495D-8A30-46E335AAAEB4}" dt="2026-06-28T14:19:08.343" v="60" actId="1037"/>
          <ac:grpSpMkLst>
            <pc:docMk/>
            <pc:sldMk cId="3357094046" sldId="262"/>
            <ac:grpSpMk id="11" creationId="{3AD55B54-5336-3ACE-BE3B-7E87CF26DF75}"/>
          </ac:grpSpMkLst>
        </pc:grpChg>
        <pc:grpChg chg="del">
          <ac:chgData name="Temis Espinosa Badillo" userId="da77ef69bb521d18" providerId="LiveId" clId="{620A3796-3D23-495D-8A30-46E335AAAEB4}" dt="2026-06-28T14:23:56.630" v="318" actId="478"/>
          <ac:grpSpMkLst>
            <pc:docMk/>
            <pc:sldMk cId="3357094046" sldId="262"/>
            <ac:grpSpMk id="26" creationId="{ECAB26F6-B5CF-A8B7-B0A9-DF736298D85B}"/>
          </ac:grpSpMkLst>
        </pc:grpChg>
        <pc:grpChg chg="mod">
          <ac:chgData name="Temis Espinosa Badillo" userId="da77ef69bb521d18" providerId="LiveId" clId="{620A3796-3D23-495D-8A30-46E335AAAEB4}" dt="2026-06-28T14:24:14.802" v="321" actId="1076"/>
          <ac:grpSpMkLst>
            <pc:docMk/>
            <pc:sldMk cId="3357094046" sldId="262"/>
            <ac:grpSpMk id="32" creationId="{EA45E2AC-0D95-A812-D7AB-B9BEA65A52A2}"/>
          </ac:grpSpMkLst>
        </pc:grpChg>
        <pc:grpChg chg="mod">
          <ac:chgData name="Temis Espinosa Badillo" userId="da77ef69bb521d18" providerId="LiveId" clId="{620A3796-3D23-495D-8A30-46E335AAAEB4}" dt="2026-06-28T14:20:14.806" v="141" actId="1037"/>
          <ac:grpSpMkLst>
            <pc:docMk/>
            <pc:sldMk cId="3357094046" sldId="262"/>
            <ac:grpSpMk id="66" creationId="{B44F906C-67B3-92B2-FEDD-917B44637FD3}"/>
          </ac:grpSpMkLst>
        </pc:grpChg>
        <pc:grpChg chg="mod">
          <ac:chgData name="Temis Espinosa Badillo" userId="da77ef69bb521d18" providerId="LiveId" clId="{620A3796-3D23-495D-8A30-46E335AAAEB4}" dt="2026-06-28T14:24:11.764" v="320" actId="1076"/>
          <ac:grpSpMkLst>
            <pc:docMk/>
            <pc:sldMk cId="3357094046" sldId="262"/>
            <ac:grpSpMk id="67" creationId="{624F352D-823F-456F-E1A6-EB56309D1978}"/>
          </ac:grpSpMkLst>
        </pc:grpChg>
        <pc:grpChg chg="del">
          <ac:chgData name="Temis Espinosa Badillo" userId="da77ef69bb521d18" providerId="LiveId" clId="{620A3796-3D23-495D-8A30-46E335AAAEB4}" dt="2026-06-28T14:20:23.473" v="142" actId="165"/>
          <ac:grpSpMkLst>
            <pc:docMk/>
            <pc:sldMk cId="3357094046" sldId="262"/>
            <ac:grpSpMk id="70" creationId="{82FD0575-5283-8253-781E-3E5F0C3E651E}"/>
          </ac:grpSpMkLst>
        </pc:grpChg>
        <pc:grpChg chg="mod topLvl">
          <ac:chgData name="Temis Espinosa Badillo" userId="da77ef69bb521d18" providerId="LiveId" clId="{620A3796-3D23-495D-8A30-46E335AAAEB4}" dt="2026-06-28T14:23:54.873" v="317" actId="1076"/>
          <ac:grpSpMkLst>
            <pc:docMk/>
            <pc:sldMk cId="3357094046" sldId="262"/>
            <ac:grpSpMk id="72" creationId="{55B4F29F-2581-36BF-9743-011F74998510}"/>
          </ac:grpSpMkLst>
        </pc:grpChg>
        <pc:grpChg chg="mod">
          <ac:chgData name="Temis Espinosa Badillo" userId="da77ef69bb521d18" providerId="LiveId" clId="{620A3796-3D23-495D-8A30-46E335AAAEB4}" dt="2026-06-28T14:20:14.806" v="141" actId="1037"/>
          <ac:grpSpMkLst>
            <pc:docMk/>
            <pc:sldMk cId="3357094046" sldId="262"/>
            <ac:grpSpMk id="77" creationId="{308DFAEE-C525-49C6-6B0F-B4642D05FF40}"/>
          </ac:grpSpMkLst>
        </pc:grpChg>
        <pc:grpChg chg="mod">
          <ac:chgData name="Temis Espinosa Badillo" userId="da77ef69bb521d18" providerId="LiveId" clId="{620A3796-3D23-495D-8A30-46E335AAAEB4}" dt="2026-06-28T14:24:07.173" v="319" actId="1076"/>
          <ac:grpSpMkLst>
            <pc:docMk/>
            <pc:sldMk cId="3357094046" sldId="262"/>
            <ac:grpSpMk id="82" creationId="{847CCEBA-8FB3-7276-E589-E15080B34B69}"/>
          </ac:grpSpMkLst>
        </pc:grpChg>
        <pc:grpChg chg="del">
          <ac:chgData name="Temis Espinosa Badillo" userId="da77ef69bb521d18" providerId="LiveId" clId="{620A3796-3D23-495D-8A30-46E335AAAEB4}" dt="2026-06-28T14:20:31.271" v="143" actId="165"/>
          <ac:grpSpMkLst>
            <pc:docMk/>
            <pc:sldMk cId="3357094046" sldId="262"/>
            <ac:grpSpMk id="85" creationId="{B74AE25B-217A-0900-0501-5E33B4219A3A}"/>
          </ac:grpSpMkLst>
        </pc:grpChg>
        <pc:grpChg chg="mod topLvl">
          <ac:chgData name="Temis Espinosa Badillo" userId="da77ef69bb521d18" providerId="LiveId" clId="{620A3796-3D23-495D-8A30-46E335AAAEB4}" dt="2026-06-28T14:23:54.873" v="317" actId="1076"/>
          <ac:grpSpMkLst>
            <pc:docMk/>
            <pc:sldMk cId="3357094046" sldId="262"/>
            <ac:grpSpMk id="87" creationId="{FC809750-254C-160E-A65C-66626786C3F2}"/>
          </ac:grpSpMkLst>
        </pc:grpChg>
        <pc:grpChg chg="mod">
          <ac:chgData name="Temis Espinosa Badillo" userId="da77ef69bb521d18" providerId="LiveId" clId="{620A3796-3D23-495D-8A30-46E335AAAEB4}" dt="2026-06-28T14:20:14.806" v="141" actId="1037"/>
          <ac:grpSpMkLst>
            <pc:docMk/>
            <pc:sldMk cId="3357094046" sldId="262"/>
            <ac:grpSpMk id="92" creationId="{91C544E9-06E0-D192-759C-4C51A5BD1C7D}"/>
          </ac:grpSpMkLst>
        </pc:grpChg>
        <pc:grpChg chg="mod">
          <ac:chgData name="Temis Espinosa Badillo" userId="da77ef69bb521d18" providerId="LiveId" clId="{620A3796-3D23-495D-8A30-46E335AAAEB4}" dt="2026-06-28T14:23:54.873" v="317" actId="1076"/>
          <ac:grpSpMkLst>
            <pc:docMk/>
            <pc:sldMk cId="3357094046" sldId="262"/>
            <ac:grpSpMk id="97" creationId="{470DBC36-9A4C-AD52-5823-0D2D68A91C28}"/>
          </ac:grpSpMkLst>
        </pc:grpChg>
        <pc:grpChg chg="del">
          <ac:chgData name="Temis Espinosa Badillo" userId="da77ef69bb521d18" providerId="LiveId" clId="{620A3796-3D23-495D-8A30-46E335AAAEB4}" dt="2026-06-28T14:20:36.485" v="144" actId="165"/>
          <ac:grpSpMkLst>
            <pc:docMk/>
            <pc:sldMk cId="3357094046" sldId="262"/>
            <ac:grpSpMk id="100" creationId="{D315FF64-51E4-3C53-BD81-7B3BAD2D906D}"/>
          </ac:grpSpMkLst>
        </pc:grpChg>
        <pc:grpChg chg="mod topLvl">
          <ac:chgData name="Temis Espinosa Badillo" userId="da77ef69bb521d18" providerId="LiveId" clId="{620A3796-3D23-495D-8A30-46E335AAAEB4}" dt="2026-06-28T14:23:54.873" v="317" actId="1076"/>
          <ac:grpSpMkLst>
            <pc:docMk/>
            <pc:sldMk cId="3357094046" sldId="262"/>
            <ac:grpSpMk id="102" creationId="{1617C5EF-E328-3005-280D-6B1282BD424D}"/>
          </ac:grpSpMkLst>
        </pc:grpChg>
        <pc:grpChg chg="mod">
          <ac:chgData name="Temis Espinosa Badillo" userId="da77ef69bb521d18" providerId="LiveId" clId="{620A3796-3D23-495D-8A30-46E335AAAEB4}" dt="2026-06-28T14:20:14.806" v="141" actId="1037"/>
          <ac:grpSpMkLst>
            <pc:docMk/>
            <pc:sldMk cId="3357094046" sldId="262"/>
            <ac:grpSpMk id="107" creationId="{BD3B2425-5E75-C8C5-ED94-77B031FE4E23}"/>
          </ac:grpSpMkLst>
        </pc:grpChg>
        <pc:picChg chg="add mod">
          <ac:chgData name="Temis Espinosa Badillo" userId="da77ef69bb521d18" providerId="LiveId" clId="{620A3796-3D23-495D-8A30-46E335AAAEB4}" dt="2026-06-28T14:19:40.198" v="65" actId="1076"/>
          <ac:picMkLst>
            <pc:docMk/>
            <pc:sldMk cId="3357094046" sldId="262"/>
            <ac:picMk id="2" creationId="{6517C51F-E3F0-57A5-D228-17304BEF2ADF}"/>
          </ac:picMkLst>
        </pc:picChg>
        <pc:picChg chg="mod">
          <ac:chgData name="Temis Espinosa Badillo" userId="da77ef69bb521d18" providerId="LiveId" clId="{620A3796-3D23-495D-8A30-46E335AAAEB4}" dt="2026-06-28T14:19:20.313" v="62" actId="1076"/>
          <ac:picMkLst>
            <pc:docMk/>
            <pc:sldMk cId="3357094046" sldId="262"/>
            <ac:picMk id="44" creationId="{6ED6A7B3-7C23-9455-3871-E00917F81533}"/>
          </ac:picMkLst>
        </pc:picChg>
        <pc:picChg chg="ord">
          <ac:chgData name="Temis Espinosa Badillo" userId="da77ef69bb521d18" providerId="LiveId" clId="{620A3796-3D23-495D-8A30-46E335AAAEB4}" dt="2026-06-28T14:19:43.794" v="66" actId="166"/>
          <ac:picMkLst>
            <pc:docMk/>
            <pc:sldMk cId="3357094046" sldId="262"/>
            <ac:picMk id="46" creationId="{1D3846D9-1B83-B2EA-4A98-9495932FEEC4}"/>
          </ac:picMkLst>
        </pc:picChg>
        <pc:picChg chg="mod">
          <ac:chgData name="Temis Espinosa Badillo" userId="da77ef69bb521d18" providerId="LiveId" clId="{620A3796-3D23-495D-8A30-46E335AAAEB4}" dt="2026-06-28T14:19:31.856" v="63" actId="1076"/>
          <ac:picMkLst>
            <pc:docMk/>
            <pc:sldMk cId="3357094046" sldId="262"/>
            <ac:picMk id="47" creationId="{EB22920E-9AEC-D43F-2779-E7FEC6F07EBE}"/>
          </ac:picMkLst>
        </pc:picChg>
        <pc:picChg chg="mod">
          <ac:chgData name="Temis Espinosa Badillo" userId="da77ef69bb521d18" providerId="LiveId" clId="{620A3796-3D23-495D-8A30-46E335AAAEB4}" dt="2026-06-28T14:24:55.848" v="348" actId="14100"/>
          <ac:picMkLst>
            <pc:docMk/>
            <pc:sldMk cId="3357094046" sldId="262"/>
            <ac:picMk id="49" creationId="{0F43B4B1-E002-19C3-0725-1C6AAA40F8C1}"/>
          </ac:picMkLst>
        </pc:picChg>
        <pc:picChg chg="mod">
          <ac:chgData name="Temis Espinosa Badillo" userId="da77ef69bb521d18" providerId="LiveId" clId="{620A3796-3D23-495D-8A30-46E335AAAEB4}" dt="2026-06-28T14:20:14.806" v="141" actId="1037"/>
          <ac:picMkLst>
            <pc:docMk/>
            <pc:sldMk cId="3357094046" sldId="262"/>
            <ac:picMk id="63" creationId="{F49F9B19-9062-A8BB-4317-6C648AC4205A}"/>
          </ac:picMkLst>
        </pc:picChg>
        <pc:picChg chg="mod topLvl">
          <ac:chgData name="Temis Espinosa Badillo" userId="da77ef69bb521d18" providerId="LiveId" clId="{620A3796-3D23-495D-8A30-46E335AAAEB4}" dt="2026-06-28T14:22:01.196" v="239" actId="1038"/>
          <ac:picMkLst>
            <pc:docMk/>
            <pc:sldMk cId="3357094046" sldId="262"/>
            <ac:picMk id="71" creationId="{0D6AF666-3733-C56C-490E-90B453E3EADD}"/>
          </ac:picMkLst>
        </pc:picChg>
        <pc:picChg chg="mod">
          <ac:chgData name="Temis Espinosa Badillo" userId="da77ef69bb521d18" providerId="LiveId" clId="{620A3796-3D23-495D-8A30-46E335AAAEB4}" dt="2026-06-28T14:20:23.473" v="142" actId="165"/>
          <ac:picMkLst>
            <pc:docMk/>
            <pc:sldMk cId="3357094046" sldId="262"/>
            <ac:picMk id="75" creationId="{C5F56124-6E71-82E8-BD02-708245CBF4FB}"/>
          </ac:picMkLst>
        </pc:picChg>
        <pc:picChg chg="mod">
          <ac:chgData name="Temis Espinosa Badillo" userId="da77ef69bb521d18" providerId="LiveId" clId="{620A3796-3D23-495D-8A30-46E335AAAEB4}" dt="2026-06-28T14:20:23.473" v="142" actId="165"/>
          <ac:picMkLst>
            <pc:docMk/>
            <pc:sldMk cId="3357094046" sldId="262"/>
            <ac:picMk id="76" creationId="{A4B20046-0DB2-5D49-E66E-C844E7A4A49E}"/>
          </ac:picMkLst>
        </pc:picChg>
        <pc:picChg chg="mod topLvl">
          <ac:chgData name="Temis Espinosa Badillo" userId="da77ef69bb521d18" providerId="LiveId" clId="{620A3796-3D23-495D-8A30-46E335AAAEB4}" dt="2026-06-28T14:20:31.271" v="143" actId="165"/>
          <ac:picMkLst>
            <pc:docMk/>
            <pc:sldMk cId="3357094046" sldId="262"/>
            <ac:picMk id="86" creationId="{4521C782-6A6F-8BE2-0901-8F3D9EC96A75}"/>
          </ac:picMkLst>
        </pc:picChg>
        <pc:picChg chg="mod">
          <ac:chgData name="Temis Espinosa Badillo" userId="da77ef69bb521d18" providerId="LiveId" clId="{620A3796-3D23-495D-8A30-46E335AAAEB4}" dt="2026-06-28T14:20:31.271" v="143" actId="165"/>
          <ac:picMkLst>
            <pc:docMk/>
            <pc:sldMk cId="3357094046" sldId="262"/>
            <ac:picMk id="90" creationId="{A68B0A51-124D-A36C-F671-7F10E3D81EBF}"/>
          </ac:picMkLst>
        </pc:picChg>
        <pc:picChg chg="mod">
          <ac:chgData name="Temis Espinosa Badillo" userId="da77ef69bb521d18" providerId="LiveId" clId="{620A3796-3D23-495D-8A30-46E335AAAEB4}" dt="2026-06-28T14:20:31.271" v="143" actId="165"/>
          <ac:picMkLst>
            <pc:docMk/>
            <pc:sldMk cId="3357094046" sldId="262"/>
            <ac:picMk id="91" creationId="{7F84A582-DF65-13F7-728A-AEA394A64EB7}"/>
          </ac:picMkLst>
        </pc:picChg>
        <pc:picChg chg="mod topLvl">
          <ac:chgData name="Temis Espinosa Badillo" userId="da77ef69bb521d18" providerId="LiveId" clId="{620A3796-3D23-495D-8A30-46E335AAAEB4}" dt="2026-06-28T14:20:36.485" v="144" actId="165"/>
          <ac:picMkLst>
            <pc:docMk/>
            <pc:sldMk cId="3357094046" sldId="262"/>
            <ac:picMk id="101" creationId="{A32895B5-58DC-E2CE-C7C4-98C6B981C4BA}"/>
          </ac:picMkLst>
        </pc:picChg>
        <pc:picChg chg="mod">
          <ac:chgData name="Temis Espinosa Badillo" userId="da77ef69bb521d18" providerId="LiveId" clId="{620A3796-3D23-495D-8A30-46E335AAAEB4}" dt="2026-06-28T14:20:36.485" v="144" actId="165"/>
          <ac:picMkLst>
            <pc:docMk/>
            <pc:sldMk cId="3357094046" sldId="262"/>
            <ac:picMk id="105" creationId="{D4A9ED71-0E64-46A6-B98E-07412B375412}"/>
          </ac:picMkLst>
        </pc:picChg>
        <pc:picChg chg="mod">
          <ac:chgData name="Temis Espinosa Badillo" userId="da77ef69bb521d18" providerId="LiveId" clId="{620A3796-3D23-495D-8A30-46E335AAAEB4}" dt="2026-06-28T14:20:36.485" v="144" actId="165"/>
          <ac:picMkLst>
            <pc:docMk/>
            <pc:sldMk cId="3357094046" sldId="262"/>
            <ac:picMk id="106" creationId="{65EE1A3D-CA6F-E35F-73CB-7575344924BB}"/>
          </ac:picMkLst>
        </pc:picChg>
        <pc:picChg chg="mod">
          <ac:chgData name="Temis Espinosa Badillo" userId="da77ef69bb521d18" providerId="LiveId" clId="{620A3796-3D23-495D-8A30-46E335AAAEB4}" dt="2026-06-28T14:23:54.873" v="317" actId="1076"/>
          <ac:picMkLst>
            <pc:docMk/>
            <pc:sldMk cId="3357094046" sldId="262"/>
            <ac:picMk id="112" creationId="{85255050-DF9C-D540-6486-0FC9171B5A7D}"/>
          </ac:picMkLst>
        </pc:picChg>
        <pc:picChg chg="del">
          <ac:chgData name="Temis Espinosa Badillo" userId="da77ef69bb521d18" providerId="LiveId" clId="{620A3796-3D23-495D-8A30-46E335AAAEB4}" dt="2026-06-28T22:02:04.553" v="418" actId="478"/>
          <ac:picMkLst>
            <pc:docMk/>
            <pc:sldMk cId="3357094046" sldId="262"/>
            <ac:picMk id="116" creationId="{9E95C282-F233-4FA9-38A6-2A40D83D519B}"/>
          </ac:picMkLst>
        </pc:picChg>
      </pc:sldChg>
      <pc:sldChg chg="addSp delSp modSp add mod">
        <pc:chgData name="Temis Espinosa Badillo" userId="da77ef69bb521d18" providerId="LiveId" clId="{620A3796-3D23-495D-8A30-46E335AAAEB4}" dt="2026-06-28T22:06:47.868" v="484" actId="14100"/>
        <pc:sldMkLst>
          <pc:docMk/>
          <pc:sldMk cId="743266698" sldId="263"/>
        </pc:sldMkLst>
        <pc:spChg chg="mod">
          <ac:chgData name="Temis Espinosa Badillo" userId="da77ef69bb521d18" providerId="LiveId" clId="{620A3796-3D23-495D-8A30-46E335AAAEB4}" dt="2026-06-28T22:06:09.476" v="467" actId="1036"/>
          <ac:spMkLst>
            <pc:docMk/>
            <pc:sldMk cId="743266698" sldId="263"/>
            <ac:spMk id="2" creationId="{75A6A225-4672-9A73-1AE9-223DF9DE9E63}"/>
          </ac:spMkLst>
        </pc:spChg>
        <pc:spChg chg="del">
          <ac:chgData name="Temis Espinosa Badillo" userId="da77ef69bb521d18" providerId="LiveId" clId="{620A3796-3D23-495D-8A30-46E335AAAEB4}" dt="2026-06-28T22:05:33.429" v="438" actId="478"/>
          <ac:spMkLst>
            <pc:docMk/>
            <pc:sldMk cId="743266698" sldId="263"/>
            <ac:spMk id="4" creationId="{EC8A04AF-7A01-490B-0EB3-D038EC1C86D7}"/>
          </ac:spMkLst>
        </pc:spChg>
        <pc:spChg chg="del">
          <ac:chgData name="Temis Espinosa Badillo" userId="da77ef69bb521d18" providerId="LiveId" clId="{620A3796-3D23-495D-8A30-46E335AAAEB4}" dt="2026-06-28T22:05:36.655" v="439" actId="478"/>
          <ac:spMkLst>
            <pc:docMk/>
            <pc:sldMk cId="743266698" sldId="263"/>
            <ac:spMk id="6" creationId="{42BF9DC4-D858-7288-0CFB-75B89A0A0468}"/>
          </ac:spMkLst>
        </pc:spChg>
        <pc:spChg chg="mod">
          <ac:chgData name="Temis Espinosa Badillo" userId="da77ef69bb521d18" providerId="LiveId" clId="{620A3796-3D23-495D-8A30-46E335AAAEB4}" dt="2026-06-28T22:06:20.033" v="477" actId="1037"/>
          <ac:spMkLst>
            <pc:docMk/>
            <pc:sldMk cId="743266698" sldId="263"/>
            <ac:spMk id="7" creationId="{9A63E1E6-546D-0D71-2517-C89A480B3D54}"/>
          </ac:spMkLst>
        </pc:spChg>
        <pc:spChg chg="add mod">
          <ac:chgData name="Temis Espinosa Badillo" userId="da77ef69bb521d18" providerId="LiveId" clId="{620A3796-3D23-495D-8A30-46E335AAAEB4}" dt="2026-06-28T22:06:47.868" v="484" actId="14100"/>
          <ac:spMkLst>
            <pc:docMk/>
            <pc:sldMk cId="743266698" sldId="263"/>
            <ac:spMk id="15" creationId="{A8AA2627-071C-F81A-3E48-979886E1B1E6}"/>
          </ac:spMkLst>
        </pc:spChg>
        <pc:spChg chg="del">
          <ac:chgData name="Temis Espinosa Badillo" userId="da77ef69bb521d18" providerId="LiveId" clId="{620A3796-3D23-495D-8A30-46E335AAAEB4}" dt="2026-06-28T22:05:33.429" v="438" actId="478"/>
          <ac:spMkLst>
            <pc:docMk/>
            <pc:sldMk cId="743266698" sldId="263"/>
            <ac:spMk id="25" creationId="{466BEFB8-0D1C-928C-D8E4-219761392203}"/>
          </ac:spMkLst>
        </pc:spChg>
        <pc:spChg chg="del">
          <ac:chgData name="Temis Espinosa Badillo" userId="da77ef69bb521d18" providerId="LiveId" clId="{620A3796-3D23-495D-8A30-46E335AAAEB4}" dt="2026-06-28T22:05:33.429" v="438" actId="478"/>
          <ac:spMkLst>
            <pc:docMk/>
            <pc:sldMk cId="743266698" sldId="263"/>
            <ac:spMk id="53" creationId="{4DF5CF50-F052-5E9A-1673-C3B7DB240805}"/>
          </ac:spMkLst>
        </pc:spChg>
        <pc:grpChg chg="mod">
          <ac:chgData name="Temis Espinosa Badillo" userId="da77ef69bb521d18" providerId="LiveId" clId="{620A3796-3D23-495D-8A30-46E335AAAEB4}" dt="2026-06-28T22:05:56.371" v="445" actId="1076"/>
          <ac:grpSpMkLst>
            <pc:docMk/>
            <pc:sldMk cId="743266698" sldId="263"/>
            <ac:grpSpMk id="11" creationId="{97371E06-4A54-5407-1BDD-0A4A30219AFE}"/>
          </ac:grpSpMkLst>
        </pc:grpChg>
        <pc:picChg chg="del">
          <ac:chgData name="Temis Espinosa Badillo" userId="da77ef69bb521d18" providerId="LiveId" clId="{620A3796-3D23-495D-8A30-46E335AAAEB4}" dt="2026-06-28T22:05:45.328" v="442" actId="478"/>
          <ac:picMkLst>
            <pc:docMk/>
            <pc:sldMk cId="743266698" sldId="263"/>
            <ac:picMk id="3" creationId="{69377708-EC9D-4265-AFA5-58ED6F34F9F8}"/>
          </ac:picMkLst>
        </pc:picChg>
        <pc:picChg chg="del">
          <ac:chgData name="Temis Espinosa Badillo" userId="da77ef69bb521d18" providerId="LiveId" clId="{620A3796-3D23-495D-8A30-46E335AAAEB4}" dt="2026-06-28T22:05:18.742" v="437" actId="478"/>
          <ac:picMkLst>
            <pc:docMk/>
            <pc:sldMk cId="743266698" sldId="263"/>
            <ac:picMk id="5" creationId="{C7D94EE6-4A0C-D4D7-FC15-92602BADF3DF}"/>
          </ac:picMkLst>
        </pc:picChg>
        <pc:picChg chg="del">
          <ac:chgData name="Temis Espinosa Badillo" userId="da77ef69bb521d18" providerId="LiveId" clId="{620A3796-3D23-495D-8A30-46E335AAAEB4}" dt="2026-06-28T22:05:33.429" v="438" actId="478"/>
          <ac:picMkLst>
            <pc:docMk/>
            <pc:sldMk cId="743266698" sldId="263"/>
            <ac:picMk id="8" creationId="{993B1FA5-08DA-E3DA-1016-C2124E2D236A}"/>
          </ac:picMkLst>
        </pc:picChg>
        <pc:picChg chg="del">
          <ac:chgData name="Temis Espinosa Badillo" userId="da77ef69bb521d18" providerId="LiveId" clId="{620A3796-3D23-495D-8A30-46E335AAAEB4}" dt="2026-06-28T22:05:33.429" v="438" actId="478"/>
          <ac:picMkLst>
            <pc:docMk/>
            <pc:sldMk cId="743266698" sldId="263"/>
            <ac:picMk id="9" creationId="{824F7CE0-3AD6-142E-D791-6DA80CBCCFB8}"/>
          </ac:picMkLst>
        </pc:picChg>
        <pc:picChg chg="add mod ord">
          <ac:chgData name="Temis Espinosa Badillo" userId="da77ef69bb521d18" providerId="LiveId" clId="{620A3796-3D23-495D-8A30-46E335AAAEB4}" dt="2026-06-28T22:06:31.521" v="480" actId="1076"/>
          <ac:picMkLst>
            <pc:docMk/>
            <pc:sldMk cId="743266698" sldId="263"/>
            <ac:picMk id="14" creationId="{E063A8AC-40EF-D0C6-D96D-46C2699369D5}"/>
          </ac:picMkLst>
        </pc:picChg>
        <pc:picChg chg="del">
          <ac:chgData name="Temis Espinosa Badillo" userId="da77ef69bb521d18" providerId="LiveId" clId="{620A3796-3D23-495D-8A30-46E335AAAEB4}" dt="2026-06-28T22:05:39.514" v="440" actId="478"/>
          <ac:picMkLst>
            <pc:docMk/>
            <pc:sldMk cId="743266698" sldId="263"/>
            <ac:picMk id="44" creationId="{41AAEC58-4DCC-350F-0225-1054F3E42B9F}"/>
          </ac:picMkLst>
        </pc:picChg>
        <pc:picChg chg="del">
          <ac:chgData name="Temis Espinosa Badillo" userId="da77ef69bb521d18" providerId="LiveId" clId="{620A3796-3D23-495D-8A30-46E335AAAEB4}" dt="2026-06-28T22:05:33.429" v="438" actId="478"/>
          <ac:picMkLst>
            <pc:docMk/>
            <pc:sldMk cId="743266698" sldId="263"/>
            <ac:picMk id="46" creationId="{8DC9BF80-6D7D-0E5D-CF38-E796B196B4C1}"/>
          </ac:picMkLst>
        </pc:picChg>
        <pc:picChg chg="del">
          <ac:chgData name="Temis Espinosa Badillo" userId="da77ef69bb521d18" providerId="LiveId" clId="{620A3796-3D23-495D-8A30-46E335AAAEB4}" dt="2026-06-28T22:05:42.818" v="441" actId="478"/>
          <ac:picMkLst>
            <pc:docMk/>
            <pc:sldMk cId="743266698" sldId="263"/>
            <ac:picMk id="47" creationId="{DC2BDB14-A15D-12D1-2367-A282CAB534CD}"/>
          </ac:picMkLst>
        </pc:picChg>
        <pc:picChg chg="del">
          <ac:chgData name="Temis Espinosa Badillo" userId="da77ef69bb521d18" providerId="LiveId" clId="{620A3796-3D23-495D-8A30-46E335AAAEB4}" dt="2026-06-28T22:05:33.429" v="438" actId="478"/>
          <ac:picMkLst>
            <pc:docMk/>
            <pc:sldMk cId="743266698" sldId="263"/>
            <ac:picMk id="59" creationId="{354E5F87-1BFF-32F0-F802-27593F76CA26}"/>
          </ac:picMkLst>
        </pc:picChg>
        <pc:picChg chg="del">
          <ac:chgData name="Temis Espinosa Badillo" userId="da77ef69bb521d18" providerId="LiveId" clId="{620A3796-3D23-495D-8A30-46E335AAAEB4}" dt="2026-06-28T22:05:33.429" v="438" actId="478"/>
          <ac:picMkLst>
            <pc:docMk/>
            <pc:sldMk cId="743266698" sldId="263"/>
            <ac:picMk id="61" creationId="{4B9D7F0C-E306-7002-E1F5-C9090F7E9917}"/>
          </ac:picMkLst>
        </pc:picChg>
        <pc:picChg chg="del">
          <ac:chgData name="Temis Espinosa Badillo" userId="da77ef69bb521d18" providerId="LiveId" clId="{620A3796-3D23-495D-8A30-46E335AAAEB4}" dt="2026-06-28T22:05:33.429" v="438" actId="478"/>
          <ac:picMkLst>
            <pc:docMk/>
            <pc:sldMk cId="743266698" sldId="263"/>
            <ac:picMk id="64" creationId="{F78186FD-5173-EFE4-0015-39A3947165BE}"/>
          </ac:picMkLst>
        </pc:picChg>
        <pc:picChg chg="del">
          <ac:chgData name="Temis Espinosa Badillo" userId="da77ef69bb521d18" providerId="LiveId" clId="{620A3796-3D23-495D-8A30-46E335AAAEB4}" dt="2026-06-28T22:05:33.429" v="438" actId="478"/>
          <ac:picMkLst>
            <pc:docMk/>
            <pc:sldMk cId="743266698" sldId="263"/>
            <ac:picMk id="112" creationId="{BB1B038B-1C64-B13D-19B9-5F46403E38C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DA2C6C-65DF-4E30-8582-9DD7C34A756D}" type="datetimeFigureOut">
              <a:rPr lang="es-MX" smtClean="0"/>
              <a:t>28/06/2026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61DC16-3C5E-43EE-9B98-486ED42F9E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02130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F3015-BB4F-62A7-9ACF-BA34B8014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1FB1B9E-3CFB-EA0F-2CC6-958DE6587F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0122698-E2EE-1AE3-FA2D-196FCC3594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BB74591-A758-B3D0-03D2-2246153D0A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61DC16-3C5E-43EE-9B98-486ED42F9E4A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39604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61DC16-3C5E-43EE-9B98-486ED42F9E4A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46456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81431-7AEB-6AE1-7852-4A852340A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80F8521-1E0F-9ED2-38F9-9A14F5ED74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9E39B74-5F92-89FF-84ED-B232D88E3B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C0A076-54B5-C63C-6EB3-F3A47CBCC5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61DC16-3C5E-43EE-9B98-486ED42F9E4A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93718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74DBED-B0D6-FAC8-DAC9-C04A77565B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1BA157-0D28-6773-D8DC-4F56268005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E5BDF8-2D27-000F-D3FF-18F9B33EB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441C7-AFC2-4DC5-A6B2-F6D56915F9AB}" type="datetimeFigureOut">
              <a:rPr lang="es-MX" smtClean="0"/>
              <a:t>28/06/2026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1CBAA0-9128-37BA-50F1-0A5ECDCED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53DA6D-08C6-8B9A-47B0-B141C52C6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EE0F2-F7E7-48DE-8812-D35B723C55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0310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EB2C0A-79F5-E64C-B085-03FAECF9D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2F2CF1-A33F-5276-9B30-F2BEA0F1B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404608-4FB2-DDD1-E85B-8725DAB40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441C7-AFC2-4DC5-A6B2-F6D56915F9AB}" type="datetimeFigureOut">
              <a:rPr lang="es-MX" smtClean="0"/>
              <a:t>28/06/2026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2C9954-9F2C-1DAE-04E3-9F9D5B051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32239C-C4B9-6DB6-B4B3-3AA994D59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EE0F2-F7E7-48DE-8812-D35B723C55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65414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D7082F-04D4-A94D-D8E9-CED8A1E97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BC148C8-A46D-0639-F419-73F4CA0B4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1DB7BD-3D03-CE6E-99D4-663AE9071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441C7-AFC2-4DC5-A6B2-F6D56915F9AB}" type="datetimeFigureOut">
              <a:rPr lang="es-MX" smtClean="0"/>
              <a:t>28/06/2026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7649DC-0498-C0DE-F794-D9814C412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02A822-09DA-BE36-F173-27B4723F7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EE0F2-F7E7-48DE-8812-D35B723C55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17522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0540F9-A92C-E74E-5552-EF5096079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3CBF22-23CD-6CA0-859C-F94EA456AC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7756F6-9B95-2928-8681-E315A7E23E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F63D0CC-E1BB-99EA-AE38-FCB7ADD4B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441C7-AFC2-4DC5-A6B2-F6D56915F9AB}" type="datetimeFigureOut">
              <a:rPr lang="es-MX" smtClean="0"/>
              <a:t>28/06/2026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9055DE6-F529-35C8-B210-EF2681D4F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8F154B2-3159-3136-F453-E80B0AEB0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EE0F2-F7E7-48DE-8812-D35B723C55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18682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009832-50C3-68B0-071F-229F554B4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35F1E4-388D-90B4-FBFE-1AE21F182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AA8AF8E-CE94-AEDB-EDE3-8277E7C45B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9905485-2A0D-638B-A8B0-876F7F01A0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C3EB12C-F486-E286-6D98-BABF2B902B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19B95E6-5437-C4A1-638C-CD829D25E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441C7-AFC2-4DC5-A6B2-F6D56915F9AB}" type="datetimeFigureOut">
              <a:rPr lang="es-MX" smtClean="0"/>
              <a:t>28/06/2026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FF4DB7E-0FD8-22BF-3171-7924B3677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4FAA802-386B-3B88-FD52-E2298B5E9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EE0F2-F7E7-48DE-8812-D35B723C55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65160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E73F76-DFA3-8332-FDD7-D15E72E44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4948E02-103C-7CB5-1D30-8B5CCB9F5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441C7-AFC2-4DC5-A6B2-F6D56915F9AB}" type="datetimeFigureOut">
              <a:rPr lang="es-MX" smtClean="0"/>
              <a:t>28/06/2026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EC39D49-CEBB-5130-BDD0-27D5F5499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E1C3398-2205-69C8-046D-A533A5482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EE0F2-F7E7-48DE-8812-D35B723C55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43085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E0C3CD1-C35B-155A-F58D-A02A8503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441C7-AFC2-4DC5-A6B2-F6D56915F9AB}" type="datetimeFigureOut">
              <a:rPr lang="es-MX" smtClean="0"/>
              <a:t>28/06/2026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325F9BB-5DDC-CA5B-E6C9-4F90B16FC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EBC7FC-A659-0139-98F9-02C73104C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EE0F2-F7E7-48DE-8812-D35B723C55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73431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630A71-D93F-F194-2347-249BC7A11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790694-0D28-F597-CE84-A01B5C10F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699DF35-9A56-1DA8-153C-A38F26C5DA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3B9B03F-FC45-D7E4-180A-945A82DCF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441C7-AFC2-4DC5-A6B2-F6D56915F9AB}" type="datetimeFigureOut">
              <a:rPr lang="es-MX" smtClean="0"/>
              <a:t>28/06/2026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E21048E-9BCD-4F54-DDE3-E2C1C63BF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1980C2A-2555-68B2-52DD-16D742CC0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EE0F2-F7E7-48DE-8812-D35B723C55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20946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BE9A88-D385-D45C-26DC-6209ABA44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A61CFE8-7E87-CD97-30B3-E623395B5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AF61C89-23FB-1256-FB56-47CB11B7B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AD4841-B001-F9D4-7C7D-94682EFED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441C7-AFC2-4DC5-A6B2-F6D56915F9AB}" type="datetimeFigureOut">
              <a:rPr lang="es-MX" smtClean="0"/>
              <a:t>28/06/2026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D26D3B9-22CD-9BEA-6AA6-74E046F9C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C2FAE93-ACDF-4240-1EAA-0BCEE77A8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EE0F2-F7E7-48DE-8812-D35B723C55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29535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B90449-BA25-89A0-863A-FF724BCBD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19AFAE2-99DD-DC54-6886-52B4D871B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0FBC95-E36A-6C40-4FF4-76C03868D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441C7-AFC2-4DC5-A6B2-F6D56915F9AB}" type="datetimeFigureOut">
              <a:rPr lang="es-MX" smtClean="0"/>
              <a:t>28/06/2026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90459F-7188-A849-D38C-8998CDCDB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9E93BC-7069-0BB9-26B3-F416AA6D5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EE0F2-F7E7-48DE-8812-D35B723C55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2625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D8FD754-DEB4-B8C0-FA77-8316F1914F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B384AE7-88C6-5158-671F-E2EAF5148A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D2B0BA-825D-2452-25CA-AA01C04F5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441C7-AFC2-4DC5-A6B2-F6D56915F9AB}" type="datetimeFigureOut">
              <a:rPr lang="es-MX" smtClean="0"/>
              <a:t>28/06/2026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834E0D-72A9-8CC4-A593-FF4C36C50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F86EF0-1ADF-F12F-B931-405F5F1B1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EE0F2-F7E7-48DE-8812-D35B723C55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78911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72FE3EC-0F90-5102-FA70-8A3D4F827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E978628-057B-DCBB-E4C9-0312BE5871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6DCCE8-9C22-0787-CDFC-1ABD4B6ED9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C441C7-AFC2-4DC5-A6B2-F6D56915F9AB}" type="datetimeFigureOut">
              <a:rPr lang="es-MX" smtClean="0"/>
              <a:t>28/06/2026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D27D54-430B-E4A5-EE65-0EBF0D0BBA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EDC4A4-6536-96B6-F6B0-75A7ED0FC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5EE0F2-F7E7-48DE-8812-D35B723C55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12629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2.pn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2.pn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17BC3-2CD6-0B9D-C2C1-F008C7952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A167F2D-F775-613C-A813-BADA2ACE3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49" y="-23810"/>
            <a:ext cx="12192000" cy="672232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CB0BDC0-62E1-B483-D254-407107F25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9642" y="504747"/>
            <a:ext cx="1663786" cy="177809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75E7C5A0-DB2E-5B2D-1F45-6B03459C717F}"/>
              </a:ext>
            </a:extLst>
          </p:cNvPr>
          <p:cNvSpPr txBox="1"/>
          <p:nvPr/>
        </p:nvSpPr>
        <p:spPr>
          <a:xfrm>
            <a:off x="4302641" y="455131"/>
            <a:ext cx="42601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Tipo de vista: </a:t>
            </a:r>
            <a:r>
              <a:rPr lang="en-US" sz="1200" b="1" dirty="0">
                <a:highlight>
                  <a:srgbClr val="C0C0C0"/>
                </a:highlight>
              </a:rPr>
              <a:t>Individual</a:t>
            </a:r>
            <a:r>
              <a:rPr lang="en-US" sz="1200" dirty="0"/>
              <a:t>, Pantalla </a:t>
            </a:r>
            <a:r>
              <a:rPr lang="en-US" sz="1200" dirty="0" err="1"/>
              <a:t>dividida</a:t>
            </a:r>
            <a:r>
              <a:rPr lang="en-US" sz="1200" dirty="0"/>
              <a:t>, Por </a:t>
            </a:r>
            <a:r>
              <a:rPr lang="en-US" sz="1200" dirty="0" err="1"/>
              <a:t>proyecto</a:t>
            </a:r>
            <a:r>
              <a:rPr lang="en-US" sz="1200" dirty="0"/>
              <a:t> </a:t>
            </a:r>
            <a:endParaRPr lang="es-MX" sz="120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27A974C4-AD28-9DA0-6FF1-EA2D99C61D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25" y="1045676"/>
            <a:ext cx="1403498" cy="23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418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D8F51-19CA-9BED-7F8C-3FB9F40D2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FD6BCE0-294C-FF7B-0DD7-ADAE7FB55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49" y="-23810"/>
            <a:ext cx="12192000" cy="6722321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117747D-9C99-F7E8-D6CF-8E388E719C23}"/>
              </a:ext>
            </a:extLst>
          </p:cNvPr>
          <p:cNvSpPr/>
          <p:nvPr/>
        </p:nvSpPr>
        <p:spPr>
          <a:xfrm>
            <a:off x="7967330" y="914399"/>
            <a:ext cx="4068642" cy="5684875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A2FAE01-36EE-8757-A3EF-D792AB83C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7070" y="967934"/>
            <a:ext cx="489182" cy="16062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0B89333-D900-CF77-6968-954CFD824B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92742" y="967934"/>
            <a:ext cx="273064" cy="158758"/>
          </a:xfrm>
          <a:prstGeom prst="rect">
            <a:avLst/>
          </a:prstGeom>
        </p:spPr>
      </p:pic>
      <p:grpSp>
        <p:nvGrpSpPr>
          <p:cNvPr id="12" name="Grupo 11">
            <a:extLst>
              <a:ext uri="{FF2B5EF4-FFF2-40B4-BE49-F238E27FC236}">
                <a16:creationId xmlns:a16="http://schemas.microsoft.com/office/drawing/2014/main" id="{28E9157B-65A6-FA60-9885-4E71AE5AEE25}"/>
              </a:ext>
            </a:extLst>
          </p:cNvPr>
          <p:cNvGrpSpPr/>
          <p:nvPr/>
        </p:nvGrpSpPr>
        <p:grpSpPr>
          <a:xfrm>
            <a:off x="7967330" y="914399"/>
            <a:ext cx="87009" cy="5684875"/>
            <a:chOff x="7967330" y="914399"/>
            <a:chExt cx="87009" cy="5684875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CE9EB3B9-23D1-0989-D735-354A20EEFF31}"/>
                </a:ext>
              </a:extLst>
            </p:cNvPr>
            <p:cNvSpPr/>
            <p:nvPr/>
          </p:nvSpPr>
          <p:spPr>
            <a:xfrm>
              <a:off x="7967330" y="914399"/>
              <a:ext cx="87009" cy="568487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2DE64817-6B59-B072-8F5F-402F6E148987}"/>
                </a:ext>
              </a:extLst>
            </p:cNvPr>
            <p:cNvCxnSpPr>
              <a:cxnSpLocks/>
            </p:cNvCxnSpPr>
            <p:nvPr/>
          </p:nvCxnSpPr>
          <p:spPr>
            <a:xfrm>
              <a:off x="8011811" y="2913321"/>
              <a:ext cx="0" cy="167285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4" name="Imagen 13">
            <a:extLst>
              <a:ext uri="{FF2B5EF4-FFF2-40B4-BE49-F238E27FC236}">
                <a16:creationId xmlns:a16="http://schemas.microsoft.com/office/drawing/2014/main" id="{94BBC6C5-F9C1-CD5C-3550-7AC3F8218E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9642" y="504747"/>
            <a:ext cx="1663786" cy="177809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2776F848-1FED-3847-393C-71FA55DD4608}"/>
              </a:ext>
            </a:extLst>
          </p:cNvPr>
          <p:cNvSpPr txBox="1"/>
          <p:nvPr/>
        </p:nvSpPr>
        <p:spPr>
          <a:xfrm>
            <a:off x="4302642" y="455131"/>
            <a:ext cx="484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Tipo de vista: Individual, </a:t>
            </a:r>
            <a:r>
              <a:rPr lang="en-US" sz="1200" b="1" dirty="0">
                <a:highlight>
                  <a:srgbClr val="C0C0C0"/>
                </a:highlight>
              </a:rPr>
              <a:t>Pantalla </a:t>
            </a:r>
            <a:r>
              <a:rPr lang="en-US" sz="1200" b="1" dirty="0" err="1">
                <a:highlight>
                  <a:srgbClr val="C0C0C0"/>
                </a:highlight>
              </a:rPr>
              <a:t>dividida</a:t>
            </a:r>
            <a:r>
              <a:rPr lang="en-US" sz="1200" b="1" dirty="0">
                <a:highlight>
                  <a:srgbClr val="C0C0C0"/>
                </a:highlight>
              </a:rPr>
              <a:t>,  </a:t>
            </a:r>
            <a:r>
              <a:rPr lang="en-US" sz="1200" dirty="0"/>
              <a:t>Por </a:t>
            </a:r>
            <a:r>
              <a:rPr lang="en-US" sz="1200" dirty="0" err="1"/>
              <a:t>proyecto</a:t>
            </a:r>
            <a:r>
              <a:rPr lang="en-US" sz="1200" dirty="0"/>
              <a:t> </a:t>
            </a:r>
            <a:endParaRPr lang="es-MX" sz="12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D403214-4C4E-4A00-4A91-4558A08041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61" y="1033137"/>
            <a:ext cx="1506504" cy="249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114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E8D8861-B6E7-4D98-C1E0-9D03C87E4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49" y="-23810"/>
            <a:ext cx="12192000" cy="6722321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16396E34-662C-4AA6-6798-2FCCD4DF89EE}"/>
              </a:ext>
            </a:extLst>
          </p:cNvPr>
          <p:cNvSpPr/>
          <p:nvPr/>
        </p:nvSpPr>
        <p:spPr>
          <a:xfrm>
            <a:off x="5932883" y="914399"/>
            <a:ext cx="6103089" cy="5684875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D988F44-A558-A4DD-68A4-E5EB76402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98718"/>
            <a:ext cx="489182" cy="16062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72795F3-DE0F-0E72-EBF1-98922CAA02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0177" y="975022"/>
            <a:ext cx="273064" cy="158758"/>
          </a:xfrm>
          <a:prstGeom prst="rect">
            <a:avLst/>
          </a:prstGeom>
        </p:spPr>
      </p:pic>
      <p:grpSp>
        <p:nvGrpSpPr>
          <p:cNvPr id="11" name="Grupo 10">
            <a:extLst>
              <a:ext uri="{FF2B5EF4-FFF2-40B4-BE49-F238E27FC236}">
                <a16:creationId xmlns:a16="http://schemas.microsoft.com/office/drawing/2014/main" id="{9F2CBB64-C593-CF86-0EF8-AA2051E21C99}"/>
              </a:ext>
            </a:extLst>
          </p:cNvPr>
          <p:cNvGrpSpPr/>
          <p:nvPr/>
        </p:nvGrpSpPr>
        <p:grpSpPr>
          <a:xfrm>
            <a:off x="5925885" y="914399"/>
            <a:ext cx="87009" cy="5684875"/>
            <a:chOff x="7967330" y="914399"/>
            <a:chExt cx="87009" cy="5684875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BA0DAF03-8F88-944E-188E-A7A685ABFBEC}"/>
                </a:ext>
              </a:extLst>
            </p:cNvPr>
            <p:cNvSpPr/>
            <p:nvPr/>
          </p:nvSpPr>
          <p:spPr>
            <a:xfrm>
              <a:off x="7967330" y="914399"/>
              <a:ext cx="87009" cy="568487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5BAB1B80-A00C-5F70-93E0-520C3AAFA0E7}"/>
                </a:ext>
              </a:extLst>
            </p:cNvPr>
            <p:cNvCxnSpPr>
              <a:cxnSpLocks/>
            </p:cNvCxnSpPr>
            <p:nvPr/>
          </p:nvCxnSpPr>
          <p:spPr>
            <a:xfrm>
              <a:off x="8011811" y="2913321"/>
              <a:ext cx="0" cy="167285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5" name="Imagen 14">
            <a:extLst>
              <a:ext uri="{FF2B5EF4-FFF2-40B4-BE49-F238E27FC236}">
                <a16:creationId xmlns:a16="http://schemas.microsoft.com/office/drawing/2014/main" id="{3BAB87CD-BD2F-33C5-552D-8F70E9BF22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5846" y="497658"/>
            <a:ext cx="1663786" cy="177809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37E9347B-CFDE-706C-9C3A-C2022DB1F20B}"/>
              </a:ext>
            </a:extLst>
          </p:cNvPr>
          <p:cNvSpPr txBox="1"/>
          <p:nvPr/>
        </p:nvSpPr>
        <p:spPr>
          <a:xfrm>
            <a:off x="4302642" y="455131"/>
            <a:ext cx="484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Tipo de vista: Individual, </a:t>
            </a:r>
            <a:r>
              <a:rPr lang="en-US" sz="1200" b="1" dirty="0">
                <a:highlight>
                  <a:srgbClr val="C0C0C0"/>
                </a:highlight>
              </a:rPr>
              <a:t>Pantalla </a:t>
            </a:r>
            <a:r>
              <a:rPr lang="en-US" sz="1200" b="1" dirty="0" err="1">
                <a:highlight>
                  <a:srgbClr val="C0C0C0"/>
                </a:highlight>
              </a:rPr>
              <a:t>dividida</a:t>
            </a:r>
            <a:r>
              <a:rPr lang="en-US" sz="1200" b="1" dirty="0">
                <a:highlight>
                  <a:srgbClr val="C0C0C0"/>
                </a:highlight>
              </a:rPr>
              <a:t>,  </a:t>
            </a:r>
            <a:r>
              <a:rPr lang="en-US" sz="1200" dirty="0"/>
              <a:t>Por </a:t>
            </a:r>
            <a:r>
              <a:rPr lang="en-US" sz="1200" dirty="0" err="1"/>
              <a:t>proyecto</a:t>
            </a:r>
            <a:r>
              <a:rPr lang="en-US" sz="1200" dirty="0"/>
              <a:t> </a:t>
            </a:r>
            <a:endParaRPr lang="es-MX" sz="12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8CA64A48-6E2B-3D70-5617-27548A3758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61" y="1036370"/>
            <a:ext cx="1482935" cy="24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823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2D981-6914-8B60-376F-EAAFC4363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4B2A5F4-E2B1-6D95-41AE-B9180644E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49" y="-23810"/>
            <a:ext cx="12192000" cy="6722321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4E75A926-CEA9-8FF9-D31B-5B02ABC362ED}"/>
              </a:ext>
            </a:extLst>
          </p:cNvPr>
          <p:cNvSpPr/>
          <p:nvPr/>
        </p:nvSpPr>
        <p:spPr>
          <a:xfrm>
            <a:off x="3926959" y="914399"/>
            <a:ext cx="8109014" cy="5684875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30D8FD0-9D8A-703C-099F-84076B03C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968" y="939221"/>
            <a:ext cx="489182" cy="16062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290C827-483B-93E4-9848-3089DABFC9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0177" y="975022"/>
            <a:ext cx="273064" cy="158758"/>
          </a:xfrm>
          <a:prstGeom prst="rect">
            <a:avLst/>
          </a:prstGeom>
        </p:spPr>
      </p:pic>
      <p:grpSp>
        <p:nvGrpSpPr>
          <p:cNvPr id="11" name="Grupo 10">
            <a:extLst>
              <a:ext uri="{FF2B5EF4-FFF2-40B4-BE49-F238E27FC236}">
                <a16:creationId xmlns:a16="http://schemas.microsoft.com/office/drawing/2014/main" id="{3239921E-5479-742A-FD1E-11573F38AA43}"/>
              </a:ext>
            </a:extLst>
          </p:cNvPr>
          <p:cNvGrpSpPr/>
          <p:nvPr/>
        </p:nvGrpSpPr>
        <p:grpSpPr>
          <a:xfrm>
            <a:off x="3912794" y="914399"/>
            <a:ext cx="87009" cy="5684875"/>
            <a:chOff x="7967330" y="914399"/>
            <a:chExt cx="87009" cy="5684875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117500C8-1B31-BDED-9759-E01B0002F082}"/>
                </a:ext>
              </a:extLst>
            </p:cNvPr>
            <p:cNvSpPr/>
            <p:nvPr/>
          </p:nvSpPr>
          <p:spPr>
            <a:xfrm>
              <a:off x="7967330" y="914399"/>
              <a:ext cx="87009" cy="568487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88199CC3-60A5-C809-DFDF-0783CE3A10C1}"/>
                </a:ext>
              </a:extLst>
            </p:cNvPr>
            <p:cNvCxnSpPr>
              <a:cxnSpLocks/>
            </p:cNvCxnSpPr>
            <p:nvPr/>
          </p:nvCxnSpPr>
          <p:spPr>
            <a:xfrm>
              <a:off x="8011811" y="2913321"/>
              <a:ext cx="0" cy="167285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C9D7DA31-E808-71F4-4F75-C8751640AC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4581" y="483481"/>
            <a:ext cx="1663786" cy="17780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63A719D-18C6-1888-14D4-B9C24B09F0A1}"/>
              </a:ext>
            </a:extLst>
          </p:cNvPr>
          <p:cNvSpPr txBox="1"/>
          <p:nvPr/>
        </p:nvSpPr>
        <p:spPr>
          <a:xfrm>
            <a:off x="4302642" y="455131"/>
            <a:ext cx="484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Tipo de vista: Individual, </a:t>
            </a:r>
            <a:r>
              <a:rPr lang="en-US" sz="1200" b="1" dirty="0">
                <a:highlight>
                  <a:srgbClr val="C0C0C0"/>
                </a:highlight>
              </a:rPr>
              <a:t>Pantalla </a:t>
            </a:r>
            <a:r>
              <a:rPr lang="en-US" sz="1200" b="1" dirty="0" err="1">
                <a:highlight>
                  <a:srgbClr val="C0C0C0"/>
                </a:highlight>
              </a:rPr>
              <a:t>dividida</a:t>
            </a:r>
            <a:r>
              <a:rPr lang="en-US" sz="1200" b="1" dirty="0">
                <a:highlight>
                  <a:srgbClr val="C0C0C0"/>
                </a:highlight>
              </a:rPr>
              <a:t>,  </a:t>
            </a:r>
            <a:r>
              <a:rPr lang="en-US" sz="1200" dirty="0"/>
              <a:t>Por </a:t>
            </a:r>
            <a:r>
              <a:rPr lang="en-US" sz="1200" dirty="0" err="1"/>
              <a:t>proyecto</a:t>
            </a:r>
            <a:r>
              <a:rPr lang="en-US" sz="1200" dirty="0"/>
              <a:t> </a:t>
            </a:r>
            <a:endParaRPr lang="es-MX" sz="12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31D0B147-4B0A-C6DB-5721-8321749F2C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49" y="1034902"/>
            <a:ext cx="1469025" cy="24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537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B88EA-7954-BD15-AF89-754019CD0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E3FF9E4-02B2-C3FC-E90E-F8E26F108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49" y="-23810"/>
            <a:ext cx="12192000" cy="6722321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1B6D8606-4D1D-49F7-0BB4-78ECA2B0D320}"/>
              </a:ext>
            </a:extLst>
          </p:cNvPr>
          <p:cNvSpPr/>
          <p:nvPr/>
        </p:nvSpPr>
        <p:spPr>
          <a:xfrm>
            <a:off x="1857152" y="853118"/>
            <a:ext cx="10207173" cy="5784112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D31CEE4-EBDF-01DB-A9D0-76922931A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2135" y="942751"/>
            <a:ext cx="489182" cy="16062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6B32BC7-F816-0183-3AE6-6F86BA079E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2002" y="940540"/>
            <a:ext cx="273064" cy="158758"/>
          </a:xfrm>
          <a:prstGeom prst="rect">
            <a:avLst/>
          </a:prstGeom>
        </p:spPr>
      </p:pic>
      <p:grpSp>
        <p:nvGrpSpPr>
          <p:cNvPr id="11" name="Grupo 10">
            <a:extLst>
              <a:ext uri="{FF2B5EF4-FFF2-40B4-BE49-F238E27FC236}">
                <a16:creationId xmlns:a16="http://schemas.microsoft.com/office/drawing/2014/main" id="{58E9D4C7-6463-87A7-F3AD-AED65A863566}"/>
              </a:ext>
            </a:extLst>
          </p:cNvPr>
          <p:cNvGrpSpPr/>
          <p:nvPr/>
        </p:nvGrpSpPr>
        <p:grpSpPr>
          <a:xfrm>
            <a:off x="1828801" y="914399"/>
            <a:ext cx="77972" cy="5784112"/>
            <a:chOff x="7967330" y="914399"/>
            <a:chExt cx="87009" cy="5684875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B7D907CF-FDB0-B601-64EC-289EBEC91672}"/>
                </a:ext>
              </a:extLst>
            </p:cNvPr>
            <p:cNvSpPr/>
            <p:nvPr/>
          </p:nvSpPr>
          <p:spPr>
            <a:xfrm>
              <a:off x="7967330" y="914399"/>
              <a:ext cx="87009" cy="568487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F458EB5A-9014-45BD-9B75-2B62FD7EB883}"/>
                </a:ext>
              </a:extLst>
            </p:cNvPr>
            <p:cNvCxnSpPr>
              <a:cxnSpLocks/>
            </p:cNvCxnSpPr>
            <p:nvPr/>
          </p:nvCxnSpPr>
          <p:spPr>
            <a:xfrm>
              <a:off x="8011811" y="2913321"/>
              <a:ext cx="0" cy="167285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C70CAACD-1E52-0832-800B-FDC9FCA81B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4581" y="483481"/>
            <a:ext cx="1663786" cy="1778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3A6269B-2C97-036B-D838-873E7C66EE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2612" y="6447780"/>
            <a:ext cx="917416" cy="17704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CCC9C8E-83A9-5BB7-EBA4-B7BE5B425A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5145" y="941140"/>
            <a:ext cx="1676423" cy="171731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57177C96-B78B-EAA0-5853-CA06C51E3A8C}"/>
              </a:ext>
            </a:extLst>
          </p:cNvPr>
          <p:cNvSpPr txBox="1"/>
          <p:nvPr/>
        </p:nvSpPr>
        <p:spPr>
          <a:xfrm>
            <a:off x="4302642" y="455131"/>
            <a:ext cx="484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Tipo de vista: Individual, </a:t>
            </a:r>
            <a:r>
              <a:rPr lang="en-US" sz="1200" b="1" dirty="0">
                <a:highlight>
                  <a:srgbClr val="C0C0C0"/>
                </a:highlight>
              </a:rPr>
              <a:t>Pantalla </a:t>
            </a:r>
            <a:r>
              <a:rPr lang="en-US" sz="1200" b="1" dirty="0" err="1">
                <a:highlight>
                  <a:srgbClr val="C0C0C0"/>
                </a:highlight>
              </a:rPr>
              <a:t>dividida</a:t>
            </a:r>
            <a:r>
              <a:rPr lang="en-US" sz="1200" b="1" dirty="0">
                <a:highlight>
                  <a:srgbClr val="C0C0C0"/>
                </a:highlight>
              </a:rPr>
              <a:t>,  </a:t>
            </a:r>
            <a:r>
              <a:rPr lang="en-US" sz="1200" dirty="0"/>
              <a:t>Por </a:t>
            </a:r>
            <a:r>
              <a:rPr lang="en-US" sz="1200" dirty="0" err="1"/>
              <a:t>proyecto</a:t>
            </a:r>
            <a:r>
              <a:rPr lang="en-US" sz="1200" dirty="0"/>
              <a:t> </a:t>
            </a:r>
            <a:endParaRPr lang="es-MX" sz="120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82747D5C-A12B-5420-2DA1-E742F488A1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675" y="1063858"/>
            <a:ext cx="1364010" cy="226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040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AC6F7-1068-2CED-ACF5-3E973E2F4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ECF037C-5973-6CF1-DD57-E5EC95AA2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49" y="-23810"/>
            <a:ext cx="12192000" cy="6722321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A077D37F-BC79-9CC7-0976-1036EF0AEDDF}"/>
              </a:ext>
            </a:extLst>
          </p:cNvPr>
          <p:cNvSpPr/>
          <p:nvPr/>
        </p:nvSpPr>
        <p:spPr>
          <a:xfrm>
            <a:off x="1865136" y="914651"/>
            <a:ext cx="10198911" cy="5684875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  <a:endParaRPr lang="es-MX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45D5AE7-41F4-F090-8C11-231FFF2CAA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968" y="939221"/>
            <a:ext cx="489182" cy="160627"/>
          </a:xfrm>
          <a:prstGeom prst="rect">
            <a:avLst/>
          </a:prstGeom>
        </p:spPr>
      </p:pic>
      <p:grpSp>
        <p:nvGrpSpPr>
          <p:cNvPr id="11" name="Grupo 10">
            <a:extLst>
              <a:ext uri="{FF2B5EF4-FFF2-40B4-BE49-F238E27FC236}">
                <a16:creationId xmlns:a16="http://schemas.microsoft.com/office/drawing/2014/main" id="{3AD55B54-5336-3ACE-BE3B-7E87CF26DF75}"/>
              </a:ext>
            </a:extLst>
          </p:cNvPr>
          <p:cNvGrpSpPr/>
          <p:nvPr/>
        </p:nvGrpSpPr>
        <p:grpSpPr>
          <a:xfrm>
            <a:off x="1776761" y="914399"/>
            <a:ext cx="87009" cy="5684875"/>
            <a:chOff x="7967330" y="914399"/>
            <a:chExt cx="87009" cy="5684875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ACE669C9-A8E6-70CA-B4FA-D2A3BE83CB9F}"/>
                </a:ext>
              </a:extLst>
            </p:cNvPr>
            <p:cNvSpPr/>
            <p:nvPr/>
          </p:nvSpPr>
          <p:spPr>
            <a:xfrm>
              <a:off x="7967330" y="914399"/>
              <a:ext cx="87009" cy="568487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8A77F3D6-2BE2-3118-E303-C9D43AD98C41}"/>
                </a:ext>
              </a:extLst>
            </p:cNvPr>
            <p:cNvCxnSpPr>
              <a:cxnSpLocks/>
            </p:cNvCxnSpPr>
            <p:nvPr/>
          </p:nvCxnSpPr>
          <p:spPr>
            <a:xfrm>
              <a:off x="8011811" y="2913321"/>
              <a:ext cx="0" cy="167285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51B7C6D-17CE-1373-0AD2-C6EC7BD3D5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4581" y="483481"/>
            <a:ext cx="1663786" cy="17780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B06A767-1F4B-68A0-673D-631072F424ED}"/>
              </a:ext>
            </a:extLst>
          </p:cNvPr>
          <p:cNvSpPr txBox="1"/>
          <p:nvPr/>
        </p:nvSpPr>
        <p:spPr>
          <a:xfrm>
            <a:off x="4302642" y="455131"/>
            <a:ext cx="4118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Tipo de vista: Individual, Pantalla </a:t>
            </a:r>
            <a:r>
              <a:rPr lang="en-US" sz="1200" dirty="0" err="1"/>
              <a:t>dividida</a:t>
            </a:r>
            <a:r>
              <a:rPr lang="en-US" sz="1200" dirty="0"/>
              <a:t>, </a:t>
            </a:r>
            <a:r>
              <a:rPr lang="en-US" sz="1200" b="1" dirty="0">
                <a:highlight>
                  <a:srgbClr val="C0C0C0"/>
                </a:highlight>
              </a:rPr>
              <a:t>Por </a:t>
            </a:r>
            <a:r>
              <a:rPr lang="en-US" sz="1200" b="1" dirty="0" err="1">
                <a:highlight>
                  <a:srgbClr val="C0C0C0"/>
                </a:highlight>
              </a:rPr>
              <a:t>proyecto</a:t>
            </a:r>
            <a:r>
              <a:rPr lang="en-US" sz="1200" b="1" dirty="0">
                <a:highlight>
                  <a:srgbClr val="C0C0C0"/>
                </a:highlight>
              </a:rPr>
              <a:t> </a:t>
            </a:r>
            <a:endParaRPr lang="es-MX" sz="1200" b="1" dirty="0">
              <a:highlight>
                <a:srgbClr val="C0C0C0"/>
              </a:highlight>
            </a:endParaRPr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EA45E2AC-0D95-A812-D7AB-B9BEA65A52A2}"/>
              </a:ext>
            </a:extLst>
          </p:cNvPr>
          <p:cNvGrpSpPr/>
          <p:nvPr/>
        </p:nvGrpSpPr>
        <p:grpSpPr>
          <a:xfrm>
            <a:off x="8869526" y="1160382"/>
            <a:ext cx="1712833" cy="1099207"/>
            <a:chOff x="4120896" y="2382636"/>
            <a:chExt cx="1712833" cy="1099207"/>
          </a:xfrm>
        </p:grpSpPr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2F4ABAA7-9DA8-130E-1651-127D001568B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20896" y="2399645"/>
              <a:ext cx="1712833" cy="108219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34" name="Imagen 33">
              <a:extLst>
                <a:ext uri="{FF2B5EF4-FFF2-40B4-BE49-F238E27FC236}">
                  <a16:creationId xmlns:a16="http://schemas.microsoft.com/office/drawing/2014/main" id="{5ACE54AE-93BA-0A5E-1A6A-32B4B6D43B0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20896" y="2382636"/>
              <a:ext cx="1695537" cy="1046364"/>
            </a:xfrm>
            <a:prstGeom prst="rect">
              <a:avLst/>
            </a:prstGeom>
          </p:spPr>
        </p:pic>
      </p:grpSp>
      <p:pic>
        <p:nvPicPr>
          <p:cNvPr id="44" name="Imagen 43">
            <a:extLst>
              <a:ext uri="{FF2B5EF4-FFF2-40B4-BE49-F238E27FC236}">
                <a16:creationId xmlns:a16="http://schemas.microsoft.com/office/drawing/2014/main" id="{6ED6A7B3-7C23-9455-3871-E00917F815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3586603" y="4774939"/>
            <a:ext cx="139707" cy="3759393"/>
          </a:xfrm>
          <a:prstGeom prst="rect">
            <a:avLst/>
          </a:pr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EB22920E-9AEC-D43F-2779-E7FEC6F07E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6200000">
            <a:off x="6623487" y="5367616"/>
            <a:ext cx="139707" cy="2559182"/>
          </a:xfrm>
          <a:prstGeom prst="rect">
            <a:avLst/>
          </a:prstGeom>
        </p:spPr>
      </p:pic>
      <p:pic>
        <p:nvPicPr>
          <p:cNvPr id="49" name="Imagen 48">
            <a:extLst>
              <a:ext uri="{FF2B5EF4-FFF2-40B4-BE49-F238E27FC236}">
                <a16:creationId xmlns:a16="http://schemas.microsoft.com/office/drawing/2014/main" id="{0F43B4B1-E002-19C3-0725-1C6AAA40F8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86822" y="1380815"/>
            <a:ext cx="1695537" cy="60927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AD25833-B9A6-0C6A-1722-CE2B625809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899" y="1208443"/>
            <a:ext cx="1712833" cy="10821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66" name="Grupo 65">
            <a:extLst>
              <a:ext uri="{FF2B5EF4-FFF2-40B4-BE49-F238E27FC236}">
                <a16:creationId xmlns:a16="http://schemas.microsoft.com/office/drawing/2014/main" id="{B44F906C-67B3-92B2-FEDD-917B44637FD3}"/>
              </a:ext>
            </a:extLst>
          </p:cNvPr>
          <p:cNvGrpSpPr/>
          <p:nvPr/>
        </p:nvGrpSpPr>
        <p:grpSpPr>
          <a:xfrm>
            <a:off x="2226265" y="1191401"/>
            <a:ext cx="1712833" cy="1106041"/>
            <a:chOff x="8133907" y="1186432"/>
            <a:chExt cx="1712833" cy="1106041"/>
          </a:xfrm>
        </p:grpSpPr>
        <p:grpSp>
          <p:nvGrpSpPr>
            <p:cNvPr id="29" name="Grupo 28">
              <a:extLst>
                <a:ext uri="{FF2B5EF4-FFF2-40B4-BE49-F238E27FC236}">
                  <a16:creationId xmlns:a16="http://schemas.microsoft.com/office/drawing/2014/main" id="{6FC99F96-D9CF-802B-902D-24C7A1FE9436}"/>
                </a:ext>
              </a:extLst>
            </p:cNvPr>
            <p:cNvGrpSpPr/>
            <p:nvPr/>
          </p:nvGrpSpPr>
          <p:grpSpPr>
            <a:xfrm>
              <a:off x="8133907" y="1186432"/>
              <a:ext cx="1712833" cy="1099207"/>
              <a:chOff x="4120896" y="2382636"/>
              <a:chExt cx="1712833" cy="1099207"/>
            </a:xfrm>
          </p:grpSpPr>
          <p:pic>
            <p:nvPicPr>
              <p:cNvPr id="30" name="Imagen 29">
                <a:extLst>
                  <a:ext uri="{FF2B5EF4-FFF2-40B4-BE49-F238E27FC236}">
                    <a16:creationId xmlns:a16="http://schemas.microsoft.com/office/drawing/2014/main" id="{AE324F9E-5218-572F-AD8F-0BAC54A62E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20896" y="2399645"/>
                <a:ext cx="1712833" cy="1082198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FFFFFF"/>
                </a:solidFill>
                <a:miter lim="800000"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  <p:pic>
            <p:nvPicPr>
              <p:cNvPr id="31" name="Imagen 30">
                <a:extLst>
                  <a:ext uri="{FF2B5EF4-FFF2-40B4-BE49-F238E27FC236}">
                    <a16:creationId xmlns:a16="http://schemas.microsoft.com/office/drawing/2014/main" id="{4252C692-6231-6AED-A283-E6F5023216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20896" y="2382636"/>
                <a:ext cx="1695537" cy="1046364"/>
              </a:xfrm>
              <a:prstGeom prst="rect">
                <a:avLst/>
              </a:prstGeom>
            </p:spPr>
          </p:pic>
        </p:grpSp>
        <p:pic>
          <p:nvPicPr>
            <p:cNvPr id="57" name="Imagen 56">
              <a:extLst>
                <a:ext uri="{FF2B5EF4-FFF2-40B4-BE49-F238E27FC236}">
                  <a16:creationId xmlns:a16="http://schemas.microsoft.com/office/drawing/2014/main" id="{B30C8787-8D0D-FDF7-6481-90982366EC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180517" y="1211071"/>
              <a:ext cx="1495350" cy="1081402"/>
            </a:xfrm>
            <a:prstGeom prst="rect">
              <a:avLst/>
            </a:prstGeom>
          </p:spPr>
        </p:pic>
      </p:grpSp>
      <p:pic>
        <p:nvPicPr>
          <p:cNvPr id="59" name="Imagen 58">
            <a:extLst>
              <a:ext uri="{FF2B5EF4-FFF2-40B4-BE49-F238E27FC236}">
                <a16:creationId xmlns:a16="http://schemas.microsoft.com/office/drawing/2014/main" id="{314B7F60-9139-90C0-E48C-6689C3EB121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76844" y="896232"/>
            <a:ext cx="997001" cy="285765"/>
          </a:xfrm>
          <a:prstGeom prst="rect">
            <a:avLst/>
          </a:prstGeom>
        </p:spPr>
      </p:pic>
      <p:pic>
        <p:nvPicPr>
          <p:cNvPr id="61" name="Imagen 60">
            <a:extLst>
              <a:ext uri="{FF2B5EF4-FFF2-40B4-BE49-F238E27FC236}">
                <a16:creationId xmlns:a16="http://schemas.microsoft.com/office/drawing/2014/main" id="{0142CF4F-BB19-2F62-8582-23733562ACE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9608" y="911664"/>
            <a:ext cx="2140060" cy="215911"/>
          </a:xfrm>
          <a:prstGeom prst="rect">
            <a:avLst/>
          </a:prstGeom>
        </p:spPr>
      </p:pic>
      <p:pic>
        <p:nvPicPr>
          <p:cNvPr id="63" name="Imagen 62">
            <a:extLst>
              <a:ext uri="{FF2B5EF4-FFF2-40B4-BE49-F238E27FC236}">
                <a16:creationId xmlns:a16="http://schemas.microsoft.com/office/drawing/2014/main" id="{F49F9B19-9062-A8BB-4317-6C648AC4205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17321" y="6129108"/>
            <a:ext cx="882695" cy="266714"/>
          </a:xfrm>
          <a:prstGeom prst="rect">
            <a:avLst/>
          </a:prstGeom>
        </p:spPr>
      </p:pic>
      <p:pic>
        <p:nvPicPr>
          <p:cNvPr id="64" name="Imagen 63">
            <a:extLst>
              <a:ext uri="{FF2B5EF4-FFF2-40B4-BE49-F238E27FC236}">
                <a16:creationId xmlns:a16="http://schemas.microsoft.com/office/drawing/2014/main" id="{5866161A-5EF1-BD45-2192-DB80A048F7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2214" y="921993"/>
            <a:ext cx="1663786" cy="177809"/>
          </a:xfrm>
          <a:prstGeom prst="rect">
            <a:avLst/>
          </a:prstGeom>
        </p:spPr>
      </p:pic>
      <p:grpSp>
        <p:nvGrpSpPr>
          <p:cNvPr id="67" name="Grupo 66">
            <a:extLst>
              <a:ext uri="{FF2B5EF4-FFF2-40B4-BE49-F238E27FC236}">
                <a16:creationId xmlns:a16="http://schemas.microsoft.com/office/drawing/2014/main" id="{624F352D-823F-456F-E1A6-EB56309D1978}"/>
              </a:ext>
            </a:extLst>
          </p:cNvPr>
          <p:cNvGrpSpPr/>
          <p:nvPr/>
        </p:nvGrpSpPr>
        <p:grpSpPr>
          <a:xfrm>
            <a:off x="8819514" y="2494128"/>
            <a:ext cx="1712833" cy="1099207"/>
            <a:chOff x="4120896" y="2382636"/>
            <a:chExt cx="1712833" cy="1099207"/>
          </a:xfrm>
        </p:grpSpPr>
        <p:pic>
          <p:nvPicPr>
            <p:cNvPr id="68" name="Imagen 67">
              <a:extLst>
                <a:ext uri="{FF2B5EF4-FFF2-40B4-BE49-F238E27FC236}">
                  <a16:creationId xmlns:a16="http://schemas.microsoft.com/office/drawing/2014/main" id="{EF0D9955-EB47-9555-4AE2-AB65D25A26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20896" y="2399645"/>
              <a:ext cx="1712833" cy="108219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69" name="Imagen 68">
              <a:extLst>
                <a:ext uri="{FF2B5EF4-FFF2-40B4-BE49-F238E27FC236}">
                  <a16:creationId xmlns:a16="http://schemas.microsoft.com/office/drawing/2014/main" id="{32FC7FA4-75E7-66BA-0477-CCB712E0047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20896" y="2382636"/>
              <a:ext cx="1695537" cy="1046364"/>
            </a:xfrm>
            <a:prstGeom prst="rect">
              <a:avLst/>
            </a:prstGeom>
          </p:spPr>
        </p:pic>
      </p:grpSp>
      <p:pic>
        <p:nvPicPr>
          <p:cNvPr id="71" name="Imagen 70">
            <a:extLst>
              <a:ext uri="{FF2B5EF4-FFF2-40B4-BE49-F238E27FC236}">
                <a16:creationId xmlns:a16="http://schemas.microsoft.com/office/drawing/2014/main" id="{0D6AF666-3733-C56C-490E-90B453E3EA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7534" y="2494987"/>
            <a:ext cx="1712833" cy="10821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72" name="Grupo 71">
            <a:extLst>
              <a:ext uri="{FF2B5EF4-FFF2-40B4-BE49-F238E27FC236}">
                <a16:creationId xmlns:a16="http://schemas.microsoft.com/office/drawing/2014/main" id="{55B4F29F-2581-36BF-9743-011F74998510}"/>
              </a:ext>
            </a:extLst>
          </p:cNvPr>
          <p:cNvGrpSpPr/>
          <p:nvPr/>
        </p:nvGrpSpPr>
        <p:grpSpPr>
          <a:xfrm>
            <a:off x="6897933" y="2509926"/>
            <a:ext cx="1712833" cy="1099207"/>
            <a:chOff x="4120896" y="2382636"/>
            <a:chExt cx="1712833" cy="1099207"/>
          </a:xfrm>
        </p:grpSpPr>
        <p:pic>
          <p:nvPicPr>
            <p:cNvPr id="75" name="Imagen 74">
              <a:extLst>
                <a:ext uri="{FF2B5EF4-FFF2-40B4-BE49-F238E27FC236}">
                  <a16:creationId xmlns:a16="http://schemas.microsoft.com/office/drawing/2014/main" id="{C5F56124-6E71-82E8-BD02-708245CBF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20896" y="2399645"/>
              <a:ext cx="1712833" cy="108219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76" name="Imagen 75">
              <a:extLst>
                <a:ext uri="{FF2B5EF4-FFF2-40B4-BE49-F238E27FC236}">
                  <a16:creationId xmlns:a16="http://schemas.microsoft.com/office/drawing/2014/main" id="{A4B20046-0DB2-5D49-E66E-C844E7A4A49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20896" y="2382636"/>
              <a:ext cx="1695537" cy="1046364"/>
            </a:xfrm>
            <a:prstGeom prst="rect">
              <a:avLst/>
            </a:prstGeom>
          </p:spPr>
        </p:pic>
      </p:grpSp>
      <p:sp>
        <p:nvSpPr>
          <p:cNvPr id="74" name="Flecha: a la derecha 73">
            <a:extLst>
              <a:ext uri="{FF2B5EF4-FFF2-40B4-BE49-F238E27FC236}">
                <a16:creationId xmlns:a16="http://schemas.microsoft.com/office/drawing/2014/main" id="{72A6C2C7-8B3B-D521-7477-2F2E5D896CC4}"/>
              </a:ext>
            </a:extLst>
          </p:cNvPr>
          <p:cNvSpPr/>
          <p:nvPr/>
        </p:nvSpPr>
        <p:spPr>
          <a:xfrm>
            <a:off x="6042695" y="2996530"/>
            <a:ext cx="663252" cy="304799"/>
          </a:xfrm>
          <a:prstGeom prst="rightArrow">
            <a:avLst/>
          </a:prstGeom>
          <a:solidFill>
            <a:srgbClr val="D2A734"/>
          </a:solidFill>
          <a:ln>
            <a:solidFill>
              <a:srgbClr val="D8AE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Gramar</a:t>
            </a:r>
            <a:endParaRPr lang="es-MX" sz="800" b="1" dirty="0"/>
          </a:p>
        </p:txBody>
      </p:sp>
      <p:sp>
        <p:nvSpPr>
          <p:cNvPr id="73" name="Flecha: a la derecha 72">
            <a:extLst>
              <a:ext uri="{FF2B5EF4-FFF2-40B4-BE49-F238E27FC236}">
                <a16:creationId xmlns:a16="http://schemas.microsoft.com/office/drawing/2014/main" id="{9781FDF1-F30E-4DBC-00FA-BCD5F44EAC66}"/>
              </a:ext>
            </a:extLst>
          </p:cNvPr>
          <p:cNvSpPr/>
          <p:nvPr/>
        </p:nvSpPr>
        <p:spPr>
          <a:xfrm>
            <a:off x="6060931" y="2546606"/>
            <a:ext cx="666800" cy="304800"/>
          </a:xfrm>
          <a:prstGeom prst="rightArrow">
            <a:avLst/>
          </a:prstGeom>
          <a:solidFill>
            <a:srgbClr val="D2A734"/>
          </a:solidFill>
          <a:ln>
            <a:solidFill>
              <a:srgbClr val="D8AE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#IA#</a:t>
            </a:r>
            <a:endParaRPr lang="es-MX" sz="1200" dirty="0"/>
          </a:p>
        </p:txBody>
      </p:sp>
      <p:grpSp>
        <p:nvGrpSpPr>
          <p:cNvPr id="77" name="Grupo 76">
            <a:extLst>
              <a:ext uri="{FF2B5EF4-FFF2-40B4-BE49-F238E27FC236}">
                <a16:creationId xmlns:a16="http://schemas.microsoft.com/office/drawing/2014/main" id="{308DFAEE-C525-49C6-6B0F-B4642D05FF40}"/>
              </a:ext>
            </a:extLst>
          </p:cNvPr>
          <p:cNvGrpSpPr/>
          <p:nvPr/>
        </p:nvGrpSpPr>
        <p:grpSpPr>
          <a:xfrm>
            <a:off x="2236900" y="2477945"/>
            <a:ext cx="1712833" cy="1106041"/>
            <a:chOff x="8133907" y="1186432"/>
            <a:chExt cx="1712833" cy="1106041"/>
          </a:xfrm>
        </p:grpSpPr>
        <p:grpSp>
          <p:nvGrpSpPr>
            <p:cNvPr id="78" name="Grupo 77">
              <a:extLst>
                <a:ext uri="{FF2B5EF4-FFF2-40B4-BE49-F238E27FC236}">
                  <a16:creationId xmlns:a16="http://schemas.microsoft.com/office/drawing/2014/main" id="{9EF53C01-ED31-CA43-8299-5AA3F4B160BB}"/>
                </a:ext>
              </a:extLst>
            </p:cNvPr>
            <p:cNvGrpSpPr/>
            <p:nvPr/>
          </p:nvGrpSpPr>
          <p:grpSpPr>
            <a:xfrm>
              <a:off x="8133907" y="1186432"/>
              <a:ext cx="1712833" cy="1099207"/>
              <a:chOff x="4120896" y="2382636"/>
              <a:chExt cx="1712833" cy="1099207"/>
            </a:xfrm>
          </p:grpSpPr>
          <p:pic>
            <p:nvPicPr>
              <p:cNvPr id="80" name="Imagen 79">
                <a:extLst>
                  <a:ext uri="{FF2B5EF4-FFF2-40B4-BE49-F238E27FC236}">
                    <a16:creationId xmlns:a16="http://schemas.microsoft.com/office/drawing/2014/main" id="{622BA5F1-4E91-DBC9-2036-16399C3B43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20896" y="2399645"/>
                <a:ext cx="1712833" cy="1082198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FFFFFF"/>
                </a:solidFill>
                <a:miter lim="800000"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  <p:pic>
            <p:nvPicPr>
              <p:cNvPr id="81" name="Imagen 80">
                <a:extLst>
                  <a:ext uri="{FF2B5EF4-FFF2-40B4-BE49-F238E27FC236}">
                    <a16:creationId xmlns:a16="http://schemas.microsoft.com/office/drawing/2014/main" id="{CF69D02D-BAC3-A61E-A889-95A45171F8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20896" y="2382636"/>
                <a:ext cx="1695537" cy="1046364"/>
              </a:xfrm>
              <a:prstGeom prst="rect">
                <a:avLst/>
              </a:prstGeom>
            </p:spPr>
          </p:pic>
        </p:grpSp>
        <p:pic>
          <p:nvPicPr>
            <p:cNvPr id="79" name="Imagen 78">
              <a:extLst>
                <a:ext uri="{FF2B5EF4-FFF2-40B4-BE49-F238E27FC236}">
                  <a16:creationId xmlns:a16="http://schemas.microsoft.com/office/drawing/2014/main" id="{08CBF7BB-EA00-222A-FD3A-46E00B986A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180517" y="1211071"/>
              <a:ext cx="1495350" cy="1081402"/>
            </a:xfrm>
            <a:prstGeom prst="rect">
              <a:avLst/>
            </a:prstGeom>
          </p:spPr>
        </p:pic>
      </p:grpSp>
      <p:grpSp>
        <p:nvGrpSpPr>
          <p:cNvPr id="82" name="Grupo 81">
            <a:extLst>
              <a:ext uri="{FF2B5EF4-FFF2-40B4-BE49-F238E27FC236}">
                <a16:creationId xmlns:a16="http://schemas.microsoft.com/office/drawing/2014/main" id="{847CCEBA-8FB3-7276-E589-E15080B34B69}"/>
              </a:ext>
            </a:extLst>
          </p:cNvPr>
          <p:cNvGrpSpPr/>
          <p:nvPr/>
        </p:nvGrpSpPr>
        <p:grpSpPr>
          <a:xfrm>
            <a:off x="8802752" y="3705267"/>
            <a:ext cx="1712833" cy="1099207"/>
            <a:chOff x="4120896" y="2382636"/>
            <a:chExt cx="1712833" cy="1099207"/>
          </a:xfrm>
        </p:grpSpPr>
        <p:pic>
          <p:nvPicPr>
            <p:cNvPr id="83" name="Imagen 82">
              <a:extLst>
                <a:ext uri="{FF2B5EF4-FFF2-40B4-BE49-F238E27FC236}">
                  <a16:creationId xmlns:a16="http://schemas.microsoft.com/office/drawing/2014/main" id="{6E8FD93A-3ECA-A0EA-E024-E4AB213E7B8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20896" y="2399645"/>
              <a:ext cx="1712833" cy="108219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84" name="Imagen 83">
              <a:extLst>
                <a:ext uri="{FF2B5EF4-FFF2-40B4-BE49-F238E27FC236}">
                  <a16:creationId xmlns:a16="http://schemas.microsoft.com/office/drawing/2014/main" id="{F4279D20-5964-0DC2-385A-11E5AC74B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20896" y="2382636"/>
              <a:ext cx="1695537" cy="1046364"/>
            </a:xfrm>
            <a:prstGeom prst="rect">
              <a:avLst/>
            </a:prstGeom>
          </p:spPr>
        </p:pic>
      </p:grpSp>
      <p:pic>
        <p:nvPicPr>
          <p:cNvPr id="86" name="Imagen 85">
            <a:extLst>
              <a:ext uri="{FF2B5EF4-FFF2-40B4-BE49-F238E27FC236}">
                <a16:creationId xmlns:a16="http://schemas.microsoft.com/office/drawing/2014/main" id="{4521C782-6A6F-8BE2-0901-8F3D9EC96A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899" y="3722309"/>
            <a:ext cx="1712833" cy="10821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87" name="Grupo 86">
            <a:extLst>
              <a:ext uri="{FF2B5EF4-FFF2-40B4-BE49-F238E27FC236}">
                <a16:creationId xmlns:a16="http://schemas.microsoft.com/office/drawing/2014/main" id="{FC809750-254C-160E-A65C-66626786C3F2}"/>
              </a:ext>
            </a:extLst>
          </p:cNvPr>
          <p:cNvGrpSpPr/>
          <p:nvPr/>
        </p:nvGrpSpPr>
        <p:grpSpPr>
          <a:xfrm>
            <a:off x="6887298" y="3737248"/>
            <a:ext cx="1712833" cy="1099207"/>
            <a:chOff x="4120896" y="2382636"/>
            <a:chExt cx="1712833" cy="1099207"/>
          </a:xfrm>
        </p:grpSpPr>
        <p:pic>
          <p:nvPicPr>
            <p:cNvPr id="90" name="Imagen 89">
              <a:extLst>
                <a:ext uri="{FF2B5EF4-FFF2-40B4-BE49-F238E27FC236}">
                  <a16:creationId xmlns:a16="http://schemas.microsoft.com/office/drawing/2014/main" id="{A68B0A51-124D-A36C-F671-7F10E3D81E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20896" y="2399645"/>
              <a:ext cx="1712833" cy="108219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91" name="Imagen 90">
              <a:extLst>
                <a:ext uri="{FF2B5EF4-FFF2-40B4-BE49-F238E27FC236}">
                  <a16:creationId xmlns:a16="http://schemas.microsoft.com/office/drawing/2014/main" id="{7F84A582-DF65-13F7-728A-AEA394A64EB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20896" y="2382636"/>
              <a:ext cx="1695537" cy="1046364"/>
            </a:xfrm>
            <a:prstGeom prst="rect">
              <a:avLst/>
            </a:prstGeom>
          </p:spPr>
        </p:pic>
      </p:grpSp>
      <p:sp>
        <p:nvSpPr>
          <p:cNvPr id="88" name="Flecha: a la derecha 87">
            <a:extLst>
              <a:ext uri="{FF2B5EF4-FFF2-40B4-BE49-F238E27FC236}">
                <a16:creationId xmlns:a16="http://schemas.microsoft.com/office/drawing/2014/main" id="{3FCEB677-2676-E3A6-2F6E-23A3333FF52E}"/>
              </a:ext>
            </a:extLst>
          </p:cNvPr>
          <p:cNvSpPr/>
          <p:nvPr/>
        </p:nvSpPr>
        <p:spPr>
          <a:xfrm>
            <a:off x="6028512" y="3780831"/>
            <a:ext cx="666800" cy="304800"/>
          </a:xfrm>
          <a:prstGeom prst="rightArrow">
            <a:avLst/>
          </a:prstGeom>
          <a:solidFill>
            <a:srgbClr val="D2A734"/>
          </a:solidFill>
          <a:ln>
            <a:solidFill>
              <a:srgbClr val="D8AE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#IA#</a:t>
            </a:r>
            <a:endParaRPr lang="es-MX" sz="1200" dirty="0"/>
          </a:p>
        </p:txBody>
      </p:sp>
      <p:sp>
        <p:nvSpPr>
          <p:cNvPr id="89" name="Flecha: a la derecha 88">
            <a:extLst>
              <a:ext uri="{FF2B5EF4-FFF2-40B4-BE49-F238E27FC236}">
                <a16:creationId xmlns:a16="http://schemas.microsoft.com/office/drawing/2014/main" id="{E39E8504-AACA-0132-1CB7-1F26259F9971}"/>
              </a:ext>
            </a:extLst>
          </p:cNvPr>
          <p:cNvSpPr/>
          <p:nvPr/>
        </p:nvSpPr>
        <p:spPr>
          <a:xfrm>
            <a:off x="6032060" y="4223852"/>
            <a:ext cx="663252" cy="304799"/>
          </a:xfrm>
          <a:prstGeom prst="rightArrow">
            <a:avLst/>
          </a:prstGeom>
          <a:solidFill>
            <a:srgbClr val="D2A734"/>
          </a:solidFill>
          <a:ln>
            <a:solidFill>
              <a:srgbClr val="D8AE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Gramar</a:t>
            </a:r>
            <a:endParaRPr lang="es-MX" sz="800" b="1" dirty="0"/>
          </a:p>
        </p:txBody>
      </p:sp>
      <p:grpSp>
        <p:nvGrpSpPr>
          <p:cNvPr id="92" name="Grupo 91">
            <a:extLst>
              <a:ext uri="{FF2B5EF4-FFF2-40B4-BE49-F238E27FC236}">
                <a16:creationId xmlns:a16="http://schemas.microsoft.com/office/drawing/2014/main" id="{91C544E9-06E0-D192-759C-4C51A5BD1C7D}"/>
              </a:ext>
            </a:extLst>
          </p:cNvPr>
          <p:cNvGrpSpPr/>
          <p:nvPr/>
        </p:nvGrpSpPr>
        <p:grpSpPr>
          <a:xfrm>
            <a:off x="2226265" y="3705267"/>
            <a:ext cx="1712833" cy="1106041"/>
            <a:chOff x="8133907" y="1186432"/>
            <a:chExt cx="1712833" cy="1106041"/>
          </a:xfrm>
        </p:grpSpPr>
        <p:grpSp>
          <p:nvGrpSpPr>
            <p:cNvPr id="93" name="Grupo 92">
              <a:extLst>
                <a:ext uri="{FF2B5EF4-FFF2-40B4-BE49-F238E27FC236}">
                  <a16:creationId xmlns:a16="http://schemas.microsoft.com/office/drawing/2014/main" id="{9BC67577-3BEC-1020-98DA-6AA195709458}"/>
                </a:ext>
              </a:extLst>
            </p:cNvPr>
            <p:cNvGrpSpPr/>
            <p:nvPr/>
          </p:nvGrpSpPr>
          <p:grpSpPr>
            <a:xfrm>
              <a:off x="8133907" y="1186432"/>
              <a:ext cx="1712833" cy="1099207"/>
              <a:chOff x="4120896" y="2382636"/>
              <a:chExt cx="1712833" cy="1099207"/>
            </a:xfrm>
          </p:grpSpPr>
          <p:pic>
            <p:nvPicPr>
              <p:cNvPr id="95" name="Imagen 94">
                <a:extLst>
                  <a:ext uri="{FF2B5EF4-FFF2-40B4-BE49-F238E27FC236}">
                    <a16:creationId xmlns:a16="http://schemas.microsoft.com/office/drawing/2014/main" id="{3F1E1DA6-C494-6D95-AB6F-457D77F304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20896" y="2399645"/>
                <a:ext cx="1712833" cy="1082198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FFFFFF"/>
                </a:solidFill>
                <a:miter lim="800000"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  <p:pic>
            <p:nvPicPr>
              <p:cNvPr id="96" name="Imagen 95">
                <a:extLst>
                  <a:ext uri="{FF2B5EF4-FFF2-40B4-BE49-F238E27FC236}">
                    <a16:creationId xmlns:a16="http://schemas.microsoft.com/office/drawing/2014/main" id="{2BE4778E-3936-2AE5-EF04-08AAEF0436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20896" y="2382636"/>
                <a:ext cx="1695537" cy="1046364"/>
              </a:xfrm>
              <a:prstGeom prst="rect">
                <a:avLst/>
              </a:prstGeom>
            </p:spPr>
          </p:pic>
        </p:grpSp>
        <p:pic>
          <p:nvPicPr>
            <p:cNvPr id="94" name="Imagen 93">
              <a:extLst>
                <a:ext uri="{FF2B5EF4-FFF2-40B4-BE49-F238E27FC236}">
                  <a16:creationId xmlns:a16="http://schemas.microsoft.com/office/drawing/2014/main" id="{3FCB6C2A-86AF-AB82-41F3-625DFCC41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180517" y="1211071"/>
              <a:ext cx="1495350" cy="1081402"/>
            </a:xfrm>
            <a:prstGeom prst="rect">
              <a:avLst/>
            </a:prstGeom>
          </p:spPr>
        </p:pic>
      </p:grpSp>
      <p:grpSp>
        <p:nvGrpSpPr>
          <p:cNvPr id="97" name="Grupo 96">
            <a:extLst>
              <a:ext uri="{FF2B5EF4-FFF2-40B4-BE49-F238E27FC236}">
                <a16:creationId xmlns:a16="http://schemas.microsoft.com/office/drawing/2014/main" id="{470DBC36-9A4C-AD52-5823-0D2D68A91C28}"/>
              </a:ext>
            </a:extLst>
          </p:cNvPr>
          <p:cNvGrpSpPr/>
          <p:nvPr/>
        </p:nvGrpSpPr>
        <p:grpSpPr>
          <a:xfrm>
            <a:off x="8802752" y="4962706"/>
            <a:ext cx="1712833" cy="1099207"/>
            <a:chOff x="4120896" y="2382636"/>
            <a:chExt cx="1712833" cy="1099207"/>
          </a:xfrm>
        </p:grpSpPr>
        <p:pic>
          <p:nvPicPr>
            <p:cNvPr id="98" name="Imagen 97">
              <a:extLst>
                <a:ext uri="{FF2B5EF4-FFF2-40B4-BE49-F238E27FC236}">
                  <a16:creationId xmlns:a16="http://schemas.microsoft.com/office/drawing/2014/main" id="{FDE7CAA0-8A73-9719-96ED-8C3C4103C3D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20896" y="2399645"/>
              <a:ext cx="1712833" cy="108219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99" name="Imagen 98">
              <a:extLst>
                <a:ext uri="{FF2B5EF4-FFF2-40B4-BE49-F238E27FC236}">
                  <a16:creationId xmlns:a16="http://schemas.microsoft.com/office/drawing/2014/main" id="{18BBA8CF-912B-FBE6-186A-ABEC22581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20896" y="2382636"/>
              <a:ext cx="1695537" cy="1046364"/>
            </a:xfrm>
            <a:prstGeom prst="rect">
              <a:avLst/>
            </a:prstGeom>
          </p:spPr>
        </p:pic>
      </p:grpSp>
      <p:pic>
        <p:nvPicPr>
          <p:cNvPr id="101" name="Imagen 100">
            <a:extLst>
              <a:ext uri="{FF2B5EF4-FFF2-40B4-BE49-F238E27FC236}">
                <a16:creationId xmlns:a16="http://schemas.microsoft.com/office/drawing/2014/main" id="{A32895B5-58DC-E2CE-C7C4-98C6B981C4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0238" y="4947767"/>
            <a:ext cx="1712833" cy="10821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102" name="Grupo 101">
            <a:extLst>
              <a:ext uri="{FF2B5EF4-FFF2-40B4-BE49-F238E27FC236}">
                <a16:creationId xmlns:a16="http://schemas.microsoft.com/office/drawing/2014/main" id="{1617C5EF-E328-3005-280D-6B1282BD424D}"/>
              </a:ext>
            </a:extLst>
          </p:cNvPr>
          <p:cNvGrpSpPr/>
          <p:nvPr/>
        </p:nvGrpSpPr>
        <p:grpSpPr>
          <a:xfrm>
            <a:off x="6880637" y="4962706"/>
            <a:ext cx="1712833" cy="1099207"/>
            <a:chOff x="4120896" y="2382636"/>
            <a:chExt cx="1712833" cy="1099207"/>
          </a:xfrm>
        </p:grpSpPr>
        <p:pic>
          <p:nvPicPr>
            <p:cNvPr id="105" name="Imagen 104">
              <a:extLst>
                <a:ext uri="{FF2B5EF4-FFF2-40B4-BE49-F238E27FC236}">
                  <a16:creationId xmlns:a16="http://schemas.microsoft.com/office/drawing/2014/main" id="{D4A9ED71-0E64-46A6-B98E-07412B3754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20896" y="2399645"/>
              <a:ext cx="1712833" cy="108219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106" name="Imagen 105">
              <a:extLst>
                <a:ext uri="{FF2B5EF4-FFF2-40B4-BE49-F238E27FC236}">
                  <a16:creationId xmlns:a16="http://schemas.microsoft.com/office/drawing/2014/main" id="{65EE1A3D-CA6F-E35F-73CB-7575344924B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20896" y="2382636"/>
              <a:ext cx="1695537" cy="1046364"/>
            </a:xfrm>
            <a:prstGeom prst="rect">
              <a:avLst/>
            </a:prstGeom>
          </p:spPr>
        </p:pic>
      </p:grpSp>
      <p:sp>
        <p:nvSpPr>
          <p:cNvPr id="103" name="Flecha: a la derecha 102">
            <a:extLst>
              <a:ext uri="{FF2B5EF4-FFF2-40B4-BE49-F238E27FC236}">
                <a16:creationId xmlns:a16="http://schemas.microsoft.com/office/drawing/2014/main" id="{5C3633F5-0564-C34C-7599-A3CE44E647E0}"/>
              </a:ext>
            </a:extLst>
          </p:cNvPr>
          <p:cNvSpPr/>
          <p:nvPr/>
        </p:nvSpPr>
        <p:spPr>
          <a:xfrm>
            <a:off x="6021851" y="5006289"/>
            <a:ext cx="666800" cy="304800"/>
          </a:xfrm>
          <a:prstGeom prst="rightArrow">
            <a:avLst/>
          </a:prstGeom>
          <a:solidFill>
            <a:srgbClr val="D2A734"/>
          </a:solidFill>
          <a:ln>
            <a:solidFill>
              <a:srgbClr val="D8AE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#IA#</a:t>
            </a:r>
            <a:endParaRPr lang="es-MX" sz="1200" dirty="0"/>
          </a:p>
        </p:txBody>
      </p:sp>
      <p:sp>
        <p:nvSpPr>
          <p:cNvPr id="104" name="Flecha: a la derecha 103">
            <a:extLst>
              <a:ext uri="{FF2B5EF4-FFF2-40B4-BE49-F238E27FC236}">
                <a16:creationId xmlns:a16="http://schemas.microsoft.com/office/drawing/2014/main" id="{2175482A-D1AB-91CD-CB6B-302821D56885}"/>
              </a:ext>
            </a:extLst>
          </p:cNvPr>
          <p:cNvSpPr/>
          <p:nvPr/>
        </p:nvSpPr>
        <p:spPr>
          <a:xfrm>
            <a:off x="6025399" y="5449310"/>
            <a:ext cx="663252" cy="304799"/>
          </a:xfrm>
          <a:prstGeom prst="rightArrow">
            <a:avLst/>
          </a:prstGeom>
          <a:solidFill>
            <a:srgbClr val="D2A734"/>
          </a:solidFill>
          <a:ln>
            <a:solidFill>
              <a:srgbClr val="D8AE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Gramar</a:t>
            </a:r>
            <a:endParaRPr lang="es-MX" sz="800" b="1" dirty="0"/>
          </a:p>
        </p:txBody>
      </p:sp>
      <p:grpSp>
        <p:nvGrpSpPr>
          <p:cNvPr id="107" name="Grupo 106">
            <a:extLst>
              <a:ext uri="{FF2B5EF4-FFF2-40B4-BE49-F238E27FC236}">
                <a16:creationId xmlns:a16="http://schemas.microsoft.com/office/drawing/2014/main" id="{BD3B2425-5E75-C8C5-ED94-77B031FE4E23}"/>
              </a:ext>
            </a:extLst>
          </p:cNvPr>
          <p:cNvGrpSpPr/>
          <p:nvPr/>
        </p:nvGrpSpPr>
        <p:grpSpPr>
          <a:xfrm>
            <a:off x="2219604" y="4930725"/>
            <a:ext cx="1712833" cy="1106041"/>
            <a:chOff x="8133907" y="1186432"/>
            <a:chExt cx="1712833" cy="1106041"/>
          </a:xfrm>
        </p:grpSpPr>
        <p:grpSp>
          <p:nvGrpSpPr>
            <p:cNvPr id="108" name="Grupo 107">
              <a:extLst>
                <a:ext uri="{FF2B5EF4-FFF2-40B4-BE49-F238E27FC236}">
                  <a16:creationId xmlns:a16="http://schemas.microsoft.com/office/drawing/2014/main" id="{1C26430C-8E72-EBF7-B304-2549C9938AA6}"/>
                </a:ext>
              </a:extLst>
            </p:cNvPr>
            <p:cNvGrpSpPr/>
            <p:nvPr/>
          </p:nvGrpSpPr>
          <p:grpSpPr>
            <a:xfrm>
              <a:off x="8133907" y="1186432"/>
              <a:ext cx="1712833" cy="1099207"/>
              <a:chOff x="4120896" y="2382636"/>
              <a:chExt cx="1712833" cy="1099207"/>
            </a:xfrm>
          </p:grpSpPr>
          <p:pic>
            <p:nvPicPr>
              <p:cNvPr id="110" name="Imagen 109">
                <a:extLst>
                  <a:ext uri="{FF2B5EF4-FFF2-40B4-BE49-F238E27FC236}">
                    <a16:creationId xmlns:a16="http://schemas.microsoft.com/office/drawing/2014/main" id="{A1669C28-7857-4D93-064A-8A112B5B06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20896" y="2399645"/>
                <a:ext cx="1712833" cy="1082198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FFFFFF"/>
                </a:solidFill>
                <a:miter lim="800000"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  <p:pic>
            <p:nvPicPr>
              <p:cNvPr id="111" name="Imagen 110">
                <a:extLst>
                  <a:ext uri="{FF2B5EF4-FFF2-40B4-BE49-F238E27FC236}">
                    <a16:creationId xmlns:a16="http://schemas.microsoft.com/office/drawing/2014/main" id="{EF92261F-894A-FA9B-A116-5B3F3F2063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20896" y="2382636"/>
                <a:ext cx="1695537" cy="1046364"/>
              </a:xfrm>
              <a:prstGeom prst="rect">
                <a:avLst/>
              </a:prstGeom>
            </p:spPr>
          </p:pic>
        </p:grpSp>
        <p:pic>
          <p:nvPicPr>
            <p:cNvPr id="109" name="Imagen 108">
              <a:extLst>
                <a:ext uri="{FF2B5EF4-FFF2-40B4-BE49-F238E27FC236}">
                  <a16:creationId xmlns:a16="http://schemas.microsoft.com/office/drawing/2014/main" id="{5699791B-E5B2-C476-37B1-C0F05E755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180517" y="1211071"/>
              <a:ext cx="1495350" cy="1081402"/>
            </a:xfrm>
            <a:prstGeom prst="rect">
              <a:avLst/>
            </a:prstGeom>
          </p:spPr>
        </p:pic>
      </p:grpSp>
      <p:pic>
        <p:nvPicPr>
          <p:cNvPr id="112" name="Imagen 111">
            <a:extLst>
              <a:ext uri="{FF2B5EF4-FFF2-40B4-BE49-F238E27FC236}">
                <a16:creationId xmlns:a16="http://schemas.microsoft.com/office/drawing/2014/main" id="{85255050-DF9C-D540-6486-0FC9171B5A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8892" y="1223580"/>
            <a:ext cx="1712833" cy="10821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5" name="Flecha: a la derecha 24">
            <a:extLst>
              <a:ext uri="{FF2B5EF4-FFF2-40B4-BE49-F238E27FC236}">
                <a16:creationId xmlns:a16="http://schemas.microsoft.com/office/drawing/2014/main" id="{FB78EFC7-6230-B2A5-DAB3-596715A78DCB}"/>
              </a:ext>
            </a:extLst>
          </p:cNvPr>
          <p:cNvSpPr/>
          <p:nvPr/>
        </p:nvSpPr>
        <p:spPr>
          <a:xfrm>
            <a:off x="6028512" y="1266965"/>
            <a:ext cx="666800" cy="304800"/>
          </a:xfrm>
          <a:prstGeom prst="rightArrow">
            <a:avLst/>
          </a:prstGeom>
          <a:solidFill>
            <a:srgbClr val="D2A734"/>
          </a:solidFill>
          <a:ln>
            <a:solidFill>
              <a:srgbClr val="D8AE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 #IA#</a:t>
            </a:r>
            <a:endParaRPr lang="es-MX" sz="1200" dirty="0"/>
          </a:p>
        </p:txBody>
      </p:sp>
      <p:sp>
        <p:nvSpPr>
          <p:cNvPr id="53" name="Flecha: a la derecha 52">
            <a:extLst>
              <a:ext uri="{FF2B5EF4-FFF2-40B4-BE49-F238E27FC236}">
                <a16:creationId xmlns:a16="http://schemas.microsoft.com/office/drawing/2014/main" id="{00039A93-59E7-5D33-FE64-C56A35892DD2}"/>
              </a:ext>
            </a:extLst>
          </p:cNvPr>
          <p:cNvSpPr/>
          <p:nvPr/>
        </p:nvSpPr>
        <p:spPr>
          <a:xfrm>
            <a:off x="6032060" y="1709986"/>
            <a:ext cx="663252" cy="304799"/>
          </a:xfrm>
          <a:prstGeom prst="rightArrow">
            <a:avLst/>
          </a:prstGeom>
          <a:solidFill>
            <a:srgbClr val="D2A734"/>
          </a:solidFill>
          <a:ln>
            <a:solidFill>
              <a:srgbClr val="D8AE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Gramar</a:t>
            </a:r>
            <a:endParaRPr lang="es-MX" sz="800" b="1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517C51F-E3F0-57A5-D228-17304BEF2A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6200000">
            <a:off x="8351133" y="5381385"/>
            <a:ext cx="139707" cy="2559182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1D3846D9-1B83-B2EA-4A98-9495932FEE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6200000">
            <a:off x="10686528" y="5378481"/>
            <a:ext cx="139707" cy="2559182"/>
          </a:xfrm>
          <a:prstGeom prst="rect">
            <a:avLst/>
          </a:prstGeom>
        </p:spPr>
      </p:pic>
      <p:sp>
        <p:nvSpPr>
          <p:cNvPr id="7" name="Flecha: hacia la izquierda 6">
            <a:extLst>
              <a:ext uri="{FF2B5EF4-FFF2-40B4-BE49-F238E27FC236}">
                <a16:creationId xmlns:a16="http://schemas.microsoft.com/office/drawing/2014/main" id="{F8644C7D-1E1A-3136-DF00-11C59B1D42D9}"/>
              </a:ext>
            </a:extLst>
          </p:cNvPr>
          <p:cNvSpPr/>
          <p:nvPr/>
        </p:nvSpPr>
        <p:spPr>
          <a:xfrm>
            <a:off x="413248" y="1070542"/>
            <a:ext cx="135391" cy="224249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B568E11-FF28-7C03-1A41-76BA5EDA886F}"/>
              </a:ext>
            </a:extLst>
          </p:cNvPr>
          <p:cNvSpPr/>
          <p:nvPr/>
        </p:nvSpPr>
        <p:spPr>
          <a:xfrm>
            <a:off x="1710925" y="833933"/>
            <a:ext cx="246884" cy="588312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57094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2AC00-BA6D-C031-5ABD-0BD0F576B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0ACB677-1933-6AE0-91F0-EB2D1258D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49" y="-23810"/>
            <a:ext cx="12192000" cy="6722321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922F9F3E-22EB-CC7D-019E-B75743A58576}"/>
              </a:ext>
            </a:extLst>
          </p:cNvPr>
          <p:cNvSpPr/>
          <p:nvPr/>
        </p:nvSpPr>
        <p:spPr>
          <a:xfrm>
            <a:off x="3911139" y="907336"/>
            <a:ext cx="8109014" cy="5684875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  <a:endParaRPr lang="es-MX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C461CF1-6031-1AE5-FD47-EB6147094C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968" y="939221"/>
            <a:ext cx="489182" cy="160627"/>
          </a:xfrm>
          <a:prstGeom prst="rect">
            <a:avLst/>
          </a:prstGeom>
        </p:spPr>
      </p:pic>
      <p:grpSp>
        <p:nvGrpSpPr>
          <p:cNvPr id="11" name="Grupo 10">
            <a:extLst>
              <a:ext uri="{FF2B5EF4-FFF2-40B4-BE49-F238E27FC236}">
                <a16:creationId xmlns:a16="http://schemas.microsoft.com/office/drawing/2014/main" id="{994EE055-DEF5-BCD0-5FBA-40DE88E03BF7}"/>
              </a:ext>
            </a:extLst>
          </p:cNvPr>
          <p:cNvGrpSpPr/>
          <p:nvPr/>
        </p:nvGrpSpPr>
        <p:grpSpPr>
          <a:xfrm>
            <a:off x="3912794" y="914399"/>
            <a:ext cx="87009" cy="5684875"/>
            <a:chOff x="7967330" y="914399"/>
            <a:chExt cx="87009" cy="5684875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4F740269-76D4-9083-0CB5-365DD74B921C}"/>
                </a:ext>
              </a:extLst>
            </p:cNvPr>
            <p:cNvSpPr/>
            <p:nvPr/>
          </p:nvSpPr>
          <p:spPr>
            <a:xfrm>
              <a:off x="7967330" y="914399"/>
              <a:ext cx="87009" cy="568487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6AEAD7E0-5D41-B7BA-E45E-F49BBD1501C3}"/>
                </a:ext>
              </a:extLst>
            </p:cNvPr>
            <p:cNvCxnSpPr>
              <a:cxnSpLocks/>
            </p:cNvCxnSpPr>
            <p:nvPr/>
          </p:nvCxnSpPr>
          <p:spPr>
            <a:xfrm>
              <a:off x="8011811" y="2913321"/>
              <a:ext cx="0" cy="167285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908267C2-AD9A-06D6-4530-DFAB15E63D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4581" y="483481"/>
            <a:ext cx="1663786" cy="17780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643D8082-D64A-D819-347A-BE66DB47292C}"/>
              </a:ext>
            </a:extLst>
          </p:cNvPr>
          <p:cNvSpPr txBox="1"/>
          <p:nvPr/>
        </p:nvSpPr>
        <p:spPr>
          <a:xfrm>
            <a:off x="4302642" y="455131"/>
            <a:ext cx="4118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Tipo de vista: Individual, Pantalla </a:t>
            </a:r>
            <a:r>
              <a:rPr lang="en-US" sz="1200" dirty="0" err="1"/>
              <a:t>dividida</a:t>
            </a:r>
            <a:r>
              <a:rPr lang="en-US" sz="1200" dirty="0"/>
              <a:t>, </a:t>
            </a:r>
            <a:r>
              <a:rPr lang="en-US" sz="1200" b="1" dirty="0">
                <a:highlight>
                  <a:srgbClr val="C0C0C0"/>
                </a:highlight>
              </a:rPr>
              <a:t>Por </a:t>
            </a:r>
            <a:r>
              <a:rPr lang="en-US" sz="1200" b="1" dirty="0" err="1">
                <a:highlight>
                  <a:srgbClr val="C0C0C0"/>
                </a:highlight>
              </a:rPr>
              <a:t>proyecto</a:t>
            </a:r>
            <a:r>
              <a:rPr lang="en-US" sz="1200" b="1" dirty="0">
                <a:highlight>
                  <a:srgbClr val="C0C0C0"/>
                </a:highlight>
              </a:rPr>
              <a:t> </a:t>
            </a:r>
            <a:endParaRPr lang="es-MX" sz="1200" b="1" dirty="0">
              <a:highlight>
                <a:srgbClr val="C0C0C0"/>
              </a:highlight>
            </a:endParaRPr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7F1D93B6-0AF1-0F7A-A03B-3A7B2F617408}"/>
              </a:ext>
            </a:extLst>
          </p:cNvPr>
          <p:cNvGrpSpPr/>
          <p:nvPr/>
        </p:nvGrpSpPr>
        <p:grpSpPr>
          <a:xfrm>
            <a:off x="10053876" y="1194403"/>
            <a:ext cx="1712833" cy="1099207"/>
            <a:chOff x="4120896" y="2382636"/>
            <a:chExt cx="1712833" cy="1099207"/>
          </a:xfrm>
        </p:grpSpPr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253BC9A7-B55F-C97B-6F7C-12A8719B79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20896" y="2399645"/>
              <a:ext cx="1712833" cy="108219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34" name="Imagen 33">
              <a:extLst>
                <a:ext uri="{FF2B5EF4-FFF2-40B4-BE49-F238E27FC236}">
                  <a16:creationId xmlns:a16="http://schemas.microsoft.com/office/drawing/2014/main" id="{2C05174C-4FB9-60B9-DDBD-67EC0C81DEE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20896" y="2382636"/>
              <a:ext cx="1695537" cy="1046364"/>
            </a:xfrm>
            <a:prstGeom prst="rect">
              <a:avLst/>
            </a:prstGeom>
          </p:spPr>
        </p:pic>
      </p:grpSp>
      <p:pic>
        <p:nvPicPr>
          <p:cNvPr id="44" name="Imagen 43">
            <a:extLst>
              <a:ext uri="{FF2B5EF4-FFF2-40B4-BE49-F238E27FC236}">
                <a16:creationId xmlns:a16="http://schemas.microsoft.com/office/drawing/2014/main" id="{16094619-19D6-3ED2-01EF-DD97729C1E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5722637" y="4782369"/>
            <a:ext cx="139707" cy="3759393"/>
          </a:xfrm>
          <a:prstGeom prst="rect">
            <a:avLst/>
          </a:pr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F0EAAFF4-CC9D-AEEA-BABA-757A46CA36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6200000">
            <a:off x="8858339" y="5381617"/>
            <a:ext cx="139707" cy="2559182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9227540C-F198-6219-3C44-1F7A72A14F1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6200000">
            <a:off x="10686528" y="5378481"/>
            <a:ext cx="139707" cy="2559182"/>
          </a:xfrm>
          <a:prstGeom prst="rect">
            <a:avLst/>
          </a:prstGeom>
        </p:spPr>
      </p:pic>
      <p:pic>
        <p:nvPicPr>
          <p:cNvPr id="49" name="Imagen 48">
            <a:extLst>
              <a:ext uri="{FF2B5EF4-FFF2-40B4-BE49-F238E27FC236}">
                <a16:creationId xmlns:a16="http://schemas.microsoft.com/office/drawing/2014/main" id="{279E8637-E2AA-31AE-739D-C853FA9E10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71172" y="1223580"/>
            <a:ext cx="1559005" cy="56021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2AC107B-EE78-C592-D822-3B842F36EB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3011" y="1201128"/>
            <a:ext cx="1712833" cy="10821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26" name="Grupo 25">
            <a:extLst>
              <a:ext uri="{FF2B5EF4-FFF2-40B4-BE49-F238E27FC236}">
                <a16:creationId xmlns:a16="http://schemas.microsoft.com/office/drawing/2014/main" id="{950C4D40-521D-D6B8-8125-AE396C39E5E6}"/>
              </a:ext>
            </a:extLst>
          </p:cNvPr>
          <p:cNvGrpSpPr/>
          <p:nvPr/>
        </p:nvGrpSpPr>
        <p:grpSpPr>
          <a:xfrm>
            <a:off x="8131761" y="1194403"/>
            <a:ext cx="1712833" cy="1099207"/>
            <a:chOff x="4120896" y="2382636"/>
            <a:chExt cx="1712833" cy="1099207"/>
          </a:xfrm>
        </p:grpSpPr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394AE676-7897-0407-87B1-797AFC76FD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20896" y="2399645"/>
              <a:ext cx="1712833" cy="108219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28" name="Imagen 27">
              <a:extLst>
                <a:ext uri="{FF2B5EF4-FFF2-40B4-BE49-F238E27FC236}">
                  <a16:creationId xmlns:a16="http://schemas.microsoft.com/office/drawing/2014/main" id="{43199667-DD6A-3B85-B213-F09B416CAA4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20896" y="2382636"/>
              <a:ext cx="1695537" cy="1046364"/>
            </a:xfrm>
            <a:prstGeom prst="rect">
              <a:avLst/>
            </a:prstGeom>
          </p:spPr>
        </p:pic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5C645549-9C53-27CC-6664-919F8521E3C0}"/>
              </a:ext>
            </a:extLst>
          </p:cNvPr>
          <p:cNvGrpSpPr/>
          <p:nvPr/>
        </p:nvGrpSpPr>
        <p:grpSpPr>
          <a:xfrm>
            <a:off x="4120896" y="1191401"/>
            <a:ext cx="1712833" cy="1106041"/>
            <a:chOff x="8133907" y="1186432"/>
            <a:chExt cx="1712833" cy="1106041"/>
          </a:xfrm>
        </p:grpSpPr>
        <p:grpSp>
          <p:nvGrpSpPr>
            <p:cNvPr id="29" name="Grupo 28">
              <a:extLst>
                <a:ext uri="{FF2B5EF4-FFF2-40B4-BE49-F238E27FC236}">
                  <a16:creationId xmlns:a16="http://schemas.microsoft.com/office/drawing/2014/main" id="{9C979B64-ED39-F7EC-40FE-A4296ED8F79F}"/>
                </a:ext>
              </a:extLst>
            </p:cNvPr>
            <p:cNvGrpSpPr/>
            <p:nvPr/>
          </p:nvGrpSpPr>
          <p:grpSpPr>
            <a:xfrm>
              <a:off x="8133907" y="1186432"/>
              <a:ext cx="1712833" cy="1099207"/>
              <a:chOff x="4120896" y="2382636"/>
              <a:chExt cx="1712833" cy="1099207"/>
            </a:xfrm>
          </p:grpSpPr>
          <p:pic>
            <p:nvPicPr>
              <p:cNvPr id="30" name="Imagen 29">
                <a:extLst>
                  <a:ext uri="{FF2B5EF4-FFF2-40B4-BE49-F238E27FC236}">
                    <a16:creationId xmlns:a16="http://schemas.microsoft.com/office/drawing/2014/main" id="{51B16D61-37D0-BA40-000A-E023C901E7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20896" y="2399645"/>
                <a:ext cx="1712833" cy="1082198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FFFFFF"/>
                </a:solidFill>
                <a:miter lim="800000"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  <p:pic>
            <p:nvPicPr>
              <p:cNvPr id="31" name="Imagen 30">
                <a:extLst>
                  <a:ext uri="{FF2B5EF4-FFF2-40B4-BE49-F238E27FC236}">
                    <a16:creationId xmlns:a16="http://schemas.microsoft.com/office/drawing/2014/main" id="{8551B2A3-FE2E-075D-788C-9AAA8FB8BC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20896" y="2382636"/>
                <a:ext cx="1695537" cy="1046364"/>
              </a:xfrm>
              <a:prstGeom prst="rect">
                <a:avLst/>
              </a:prstGeom>
            </p:spPr>
          </p:pic>
        </p:grpSp>
        <p:pic>
          <p:nvPicPr>
            <p:cNvPr id="57" name="Imagen 56">
              <a:extLst>
                <a:ext uri="{FF2B5EF4-FFF2-40B4-BE49-F238E27FC236}">
                  <a16:creationId xmlns:a16="http://schemas.microsoft.com/office/drawing/2014/main" id="{252780AA-4552-13F6-4759-7467D5CEF9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180517" y="1211071"/>
              <a:ext cx="1495350" cy="1081402"/>
            </a:xfrm>
            <a:prstGeom prst="rect">
              <a:avLst/>
            </a:prstGeom>
          </p:spPr>
        </p:pic>
      </p:grpSp>
      <p:pic>
        <p:nvPicPr>
          <p:cNvPr id="59" name="Imagen 58">
            <a:extLst>
              <a:ext uri="{FF2B5EF4-FFF2-40B4-BE49-F238E27FC236}">
                <a16:creationId xmlns:a16="http://schemas.microsoft.com/office/drawing/2014/main" id="{C8FA3BD2-475B-82A5-5FB0-73647F70038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76844" y="896232"/>
            <a:ext cx="997001" cy="285765"/>
          </a:xfrm>
          <a:prstGeom prst="rect">
            <a:avLst/>
          </a:prstGeom>
        </p:spPr>
      </p:pic>
      <p:pic>
        <p:nvPicPr>
          <p:cNvPr id="61" name="Imagen 60">
            <a:extLst>
              <a:ext uri="{FF2B5EF4-FFF2-40B4-BE49-F238E27FC236}">
                <a16:creationId xmlns:a16="http://schemas.microsoft.com/office/drawing/2014/main" id="{A9AB74E4-B5D6-97F7-EDFF-D2945746D82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9608" y="911664"/>
            <a:ext cx="2140060" cy="215911"/>
          </a:xfrm>
          <a:prstGeom prst="rect">
            <a:avLst/>
          </a:prstGeom>
        </p:spPr>
      </p:pic>
      <p:pic>
        <p:nvPicPr>
          <p:cNvPr id="63" name="Imagen 62">
            <a:extLst>
              <a:ext uri="{FF2B5EF4-FFF2-40B4-BE49-F238E27FC236}">
                <a16:creationId xmlns:a16="http://schemas.microsoft.com/office/drawing/2014/main" id="{C3F86B85-ABC3-0981-786C-A28146E2057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11952" y="6129108"/>
            <a:ext cx="882695" cy="266714"/>
          </a:xfrm>
          <a:prstGeom prst="rect">
            <a:avLst/>
          </a:prstGeom>
        </p:spPr>
      </p:pic>
      <p:pic>
        <p:nvPicPr>
          <p:cNvPr id="64" name="Imagen 63">
            <a:extLst>
              <a:ext uri="{FF2B5EF4-FFF2-40B4-BE49-F238E27FC236}">
                <a16:creationId xmlns:a16="http://schemas.microsoft.com/office/drawing/2014/main" id="{119B1C1F-DF43-48C3-B759-6C4894D83B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2214" y="921993"/>
            <a:ext cx="1663786" cy="177809"/>
          </a:xfrm>
          <a:prstGeom prst="rect">
            <a:avLst/>
          </a:prstGeom>
        </p:spPr>
      </p:pic>
      <p:grpSp>
        <p:nvGrpSpPr>
          <p:cNvPr id="67" name="Grupo 66">
            <a:extLst>
              <a:ext uri="{FF2B5EF4-FFF2-40B4-BE49-F238E27FC236}">
                <a16:creationId xmlns:a16="http://schemas.microsoft.com/office/drawing/2014/main" id="{3945723B-B754-A777-581C-D599FA585395}"/>
              </a:ext>
            </a:extLst>
          </p:cNvPr>
          <p:cNvGrpSpPr/>
          <p:nvPr/>
        </p:nvGrpSpPr>
        <p:grpSpPr>
          <a:xfrm>
            <a:off x="10064511" y="2480947"/>
            <a:ext cx="1712833" cy="1099207"/>
            <a:chOff x="4120896" y="2382636"/>
            <a:chExt cx="1712833" cy="1099207"/>
          </a:xfrm>
        </p:grpSpPr>
        <p:pic>
          <p:nvPicPr>
            <p:cNvPr id="68" name="Imagen 67">
              <a:extLst>
                <a:ext uri="{FF2B5EF4-FFF2-40B4-BE49-F238E27FC236}">
                  <a16:creationId xmlns:a16="http://schemas.microsoft.com/office/drawing/2014/main" id="{BEEA5678-EC26-D25F-1B65-12AFA5D5A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20896" y="2399645"/>
              <a:ext cx="1712833" cy="108219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69" name="Imagen 68">
              <a:extLst>
                <a:ext uri="{FF2B5EF4-FFF2-40B4-BE49-F238E27FC236}">
                  <a16:creationId xmlns:a16="http://schemas.microsoft.com/office/drawing/2014/main" id="{5579AA06-F58F-D7C5-A2CB-915E058C2D0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20896" y="2382636"/>
              <a:ext cx="1695537" cy="1046364"/>
            </a:xfrm>
            <a:prstGeom prst="rect">
              <a:avLst/>
            </a:prstGeom>
          </p:spPr>
        </p:pic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175C759C-E270-D0F0-03D1-A4040888041C}"/>
              </a:ext>
            </a:extLst>
          </p:cNvPr>
          <p:cNvGrpSpPr/>
          <p:nvPr/>
        </p:nvGrpSpPr>
        <p:grpSpPr>
          <a:xfrm>
            <a:off x="6053646" y="2480947"/>
            <a:ext cx="3801583" cy="1099207"/>
            <a:chOff x="4120896" y="1168130"/>
            <a:chExt cx="3801583" cy="1099207"/>
          </a:xfrm>
        </p:grpSpPr>
        <p:pic>
          <p:nvPicPr>
            <p:cNvPr id="71" name="Imagen 70">
              <a:extLst>
                <a:ext uri="{FF2B5EF4-FFF2-40B4-BE49-F238E27FC236}">
                  <a16:creationId xmlns:a16="http://schemas.microsoft.com/office/drawing/2014/main" id="{C5E05888-BD79-ECCF-8F86-8AD229DABD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20896" y="1174855"/>
              <a:ext cx="1712833" cy="108219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3151B646-DF74-21A3-A599-20216B454F5F}"/>
                </a:ext>
              </a:extLst>
            </p:cNvPr>
            <p:cNvGrpSpPr/>
            <p:nvPr/>
          </p:nvGrpSpPr>
          <p:grpSpPr>
            <a:xfrm>
              <a:off x="6209646" y="1168130"/>
              <a:ext cx="1712833" cy="1099207"/>
              <a:chOff x="4120896" y="2382636"/>
              <a:chExt cx="1712833" cy="1099207"/>
            </a:xfrm>
          </p:grpSpPr>
          <p:pic>
            <p:nvPicPr>
              <p:cNvPr id="75" name="Imagen 74">
                <a:extLst>
                  <a:ext uri="{FF2B5EF4-FFF2-40B4-BE49-F238E27FC236}">
                    <a16:creationId xmlns:a16="http://schemas.microsoft.com/office/drawing/2014/main" id="{BC9A6E92-F945-F5BE-A8F4-1EA92DA258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20896" y="2399645"/>
                <a:ext cx="1712833" cy="1082198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FFFFFF"/>
                </a:solidFill>
                <a:miter lim="800000"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  <p:pic>
            <p:nvPicPr>
              <p:cNvPr id="76" name="Imagen 75">
                <a:extLst>
                  <a:ext uri="{FF2B5EF4-FFF2-40B4-BE49-F238E27FC236}">
                    <a16:creationId xmlns:a16="http://schemas.microsoft.com/office/drawing/2014/main" id="{D68B7EA9-574B-CDD9-72AE-3BA16C6759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20896" y="2382636"/>
                <a:ext cx="1695537" cy="1046364"/>
              </a:xfrm>
              <a:prstGeom prst="rect">
                <a:avLst/>
              </a:prstGeom>
            </p:spPr>
          </p:pic>
        </p:grpSp>
        <p:sp>
          <p:nvSpPr>
            <p:cNvPr id="74" name="Flecha: a la derecha 73">
              <a:extLst>
                <a:ext uri="{FF2B5EF4-FFF2-40B4-BE49-F238E27FC236}">
                  <a16:creationId xmlns:a16="http://schemas.microsoft.com/office/drawing/2014/main" id="{EFCF9A7D-D3F6-B9BD-18BC-099ECD035BE5}"/>
                </a:ext>
              </a:extLst>
            </p:cNvPr>
            <p:cNvSpPr/>
            <p:nvPr/>
          </p:nvSpPr>
          <p:spPr>
            <a:xfrm>
              <a:off x="5850962" y="1676398"/>
              <a:ext cx="663252" cy="304799"/>
            </a:xfrm>
            <a:prstGeom prst="rightArrow">
              <a:avLst/>
            </a:prstGeom>
            <a:solidFill>
              <a:srgbClr val="D2A734"/>
            </a:solidFill>
            <a:ln>
              <a:solidFill>
                <a:srgbClr val="D8AE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 dirty="0"/>
                <a:t>Gramar</a:t>
              </a:r>
              <a:endParaRPr lang="es-MX" sz="800" b="1" dirty="0"/>
            </a:p>
          </p:txBody>
        </p:sp>
        <p:sp>
          <p:nvSpPr>
            <p:cNvPr id="73" name="Flecha: a la derecha 72">
              <a:extLst>
                <a:ext uri="{FF2B5EF4-FFF2-40B4-BE49-F238E27FC236}">
                  <a16:creationId xmlns:a16="http://schemas.microsoft.com/office/drawing/2014/main" id="{DA360973-48F0-386B-3ECC-238E626B65EA}"/>
                </a:ext>
              </a:extLst>
            </p:cNvPr>
            <p:cNvSpPr/>
            <p:nvPr/>
          </p:nvSpPr>
          <p:spPr>
            <a:xfrm>
              <a:off x="5869198" y="1226474"/>
              <a:ext cx="666800" cy="304800"/>
            </a:xfrm>
            <a:prstGeom prst="rightArrow">
              <a:avLst/>
            </a:prstGeom>
            <a:solidFill>
              <a:srgbClr val="D2A734"/>
            </a:solidFill>
            <a:ln>
              <a:solidFill>
                <a:srgbClr val="D8AE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IA ##</a:t>
              </a:r>
              <a:endParaRPr lang="es-MX" sz="1200" dirty="0"/>
            </a:p>
          </p:txBody>
        </p:sp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A7E59895-6E73-0AD0-4427-28F6331B52FA}"/>
              </a:ext>
            </a:extLst>
          </p:cNvPr>
          <p:cNvGrpSpPr/>
          <p:nvPr/>
        </p:nvGrpSpPr>
        <p:grpSpPr>
          <a:xfrm>
            <a:off x="4131531" y="2477945"/>
            <a:ext cx="1712833" cy="1106041"/>
            <a:chOff x="8133907" y="1186432"/>
            <a:chExt cx="1712833" cy="1106041"/>
          </a:xfrm>
        </p:grpSpPr>
        <p:grpSp>
          <p:nvGrpSpPr>
            <p:cNvPr id="78" name="Grupo 77">
              <a:extLst>
                <a:ext uri="{FF2B5EF4-FFF2-40B4-BE49-F238E27FC236}">
                  <a16:creationId xmlns:a16="http://schemas.microsoft.com/office/drawing/2014/main" id="{9288F108-83D6-B2FD-5EFB-5D6A1DF367A6}"/>
                </a:ext>
              </a:extLst>
            </p:cNvPr>
            <p:cNvGrpSpPr/>
            <p:nvPr/>
          </p:nvGrpSpPr>
          <p:grpSpPr>
            <a:xfrm>
              <a:off x="8133907" y="1186432"/>
              <a:ext cx="1712833" cy="1099207"/>
              <a:chOff x="4120896" y="2382636"/>
              <a:chExt cx="1712833" cy="1099207"/>
            </a:xfrm>
          </p:grpSpPr>
          <p:pic>
            <p:nvPicPr>
              <p:cNvPr id="80" name="Imagen 79">
                <a:extLst>
                  <a:ext uri="{FF2B5EF4-FFF2-40B4-BE49-F238E27FC236}">
                    <a16:creationId xmlns:a16="http://schemas.microsoft.com/office/drawing/2014/main" id="{4FFC5156-1DA7-9D96-830D-7B2927E477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20896" y="2399645"/>
                <a:ext cx="1712833" cy="1082198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FFFFFF"/>
                </a:solidFill>
                <a:miter lim="800000"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  <p:pic>
            <p:nvPicPr>
              <p:cNvPr id="81" name="Imagen 80">
                <a:extLst>
                  <a:ext uri="{FF2B5EF4-FFF2-40B4-BE49-F238E27FC236}">
                    <a16:creationId xmlns:a16="http://schemas.microsoft.com/office/drawing/2014/main" id="{46BB4A1B-486F-3E91-B3A5-789FCD914D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20896" y="2382636"/>
                <a:ext cx="1695537" cy="1046364"/>
              </a:xfrm>
              <a:prstGeom prst="rect">
                <a:avLst/>
              </a:prstGeom>
            </p:spPr>
          </p:pic>
        </p:grpSp>
        <p:pic>
          <p:nvPicPr>
            <p:cNvPr id="79" name="Imagen 78">
              <a:extLst>
                <a:ext uri="{FF2B5EF4-FFF2-40B4-BE49-F238E27FC236}">
                  <a16:creationId xmlns:a16="http://schemas.microsoft.com/office/drawing/2014/main" id="{F362216D-893F-7119-63D5-F0E326116B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180517" y="1211071"/>
              <a:ext cx="1495350" cy="1081402"/>
            </a:xfrm>
            <a:prstGeom prst="rect">
              <a:avLst/>
            </a:prstGeom>
          </p:spPr>
        </p:pic>
      </p:grpSp>
      <p:grpSp>
        <p:nvGrpSpPr>
          <p:cNvPr id="82" name="Grupo 81">
            <a:extLst>
              <a:ext uri="{FF2B5EF4-FFF2-40B4-BE49-F238E27FC236}">
                <a16:creationId xmlns:a16="http://schemas.microsoft.com/office/drawing/2014/main" id="{8517B70B-53C1-4522-08DA-5A766C538FF2}"/>
              </a:ext>
            </a:extLst>
          </p:cNvPr>
          <p:cNvGrpSpPr/>
          <p:nvPr/>
        </p:nvGrpSpPr>
        <p:grpSpPr>
          <a:xfrm>
            <a:off x="10053876" y="3708269"/>
            <a:ext cx="1712833" cy="1099207"/>
            <a:chOff x="4120896" y="2382636"/>
            <a:chExt cx="1712833" cy="1099207"/>
          </a:xfrm>
        </p:grpSpPr>
        <p:pic>
          <p:nvPicPr>
            <p:cNvPr id="83" name="Imagen 82">
              <a:extLst>
                <a:ext uri="{FF2B5EF4-FFF2-40B4-BE49-F238E27FC236}">
                  <a16:creationId xmlns:a16="http://schemas.microsoft.com/office/drawing/2014/main" id="{023BF279-6F52-7489-FDF9-323B964A4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20896" y="2399645"/>
              <a:ext cx="1712833" cy="108219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84" name="Imagen 83">
              <a:extLst>
                <a:ext uri="{FF2B5EF4-FFF2-40B4-BE49-F238E27FC236}">
                  <a16:creationId xmlns:a16="http://schemas.microsoft.com/office/drawing/2014/main" id="{377FF6F0-50D4-D8E4-5693-CF12BD418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20896" y="2382636"/>
              <a:ext cx="1695537" cy="1046364"/>
            </a:xfrm>
            <a:prstGeom prst="rect">
              <a:avLst/>
            </a:prstGeom>
          </p:spPr>
        </p:pic>
      </p:grpSp>
      <p:grpSp>
        <p:nvGrpSpPr>
          <p:cNvPr id="85" name="Grupo 84">
            <a:extLst>
              <a:ext uri="{FF2B5EF4-FFF2-40B4-BE49-F238E27FC236}">
                <a16:creationId xmlns:a16="http://schemas.microsoft.com/office/drawing/2014/main" id="{3929564B-64C6-6E8C-3F89-6FC13AF684BD}"/>
              </a:ext>
            </a:extLst>
          </p:cNvPr>
          <p:cNvGrpSpPr/>
          <p:nvPr/>
        </p:nvGrpSpPr>
        <p:grpSpPr>
          <a:xfrm>
            <a:off x="6043011" y="3708269"/>
            <a:ext cx="3801583" cy="1099207"/>
            <a:chOff x="4120896" y="1168130"/>
            <a:chExt cx="3801583" cy="1099207"/>
          </a:xfrm>
        </p:grpSpPr>
        <p:pic>
          <p:nvPicPr>
            <p:cNvPr id="86" name="Imagen 85">
              <a:extLst>
                <a:ext uri="{FF2B5EF4-FFF2-40B4-BE49-F238E27FC236}">
                  <a16:creationId xmlns:a16="http://schemas.microsoft.com/office/drawing/2014/main" id="{B126C27A-8570-B3F6-47FF-017D42078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20896" y="1174855"/>
              <a:ext cx="1712833" cy="108219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grpSp>
          <p:nvGrpSpPr>
            <p:cNvPr id="87" name="Grupo 86">
              <a:extLst>
                <a:ext uri="{FF2B5EF4-FFF2-40B4-BE49-F238E27FC236}">
                  <a16:creationId xmlns:a16="http://schemas.microsoft.com/office/drawing/2014/main" id="{2D87393E-425B-73CA-F966-B0E4A2619F61}"/>
                </a:ext>
              </a:extLst>
            </p:cNvPr>
            <p:cNvGrpSpPr/>
            <p:nvPr/>
          </p:nvGrpSpPr>
          <p:grpSpPr>
            <a:xfrm>
              <a:off x="6209646" y="1168130"/>
              <a:ext cx="1712833" cy="1099207"/>
              <a:chOff x="4120896" y="2382636"/>
              <a:chExt cx="1712833" cy="1099207"/>
            </a:xfrm>
          </p:grpSpPr>
          <p:pic>
            <p:nvPicPr>
              <p:cNvPr id="90" name="Imagen 89">
                <a:extLst>
                  <a:ext uri="{FF2B5EF4-FFF2-40B4-BE49-F238E27FC236}">
                    <a16:creationId xmlns:a16="http://schemas.microsoft.com/office/drawing/2014/main" id="{6378C2F7-7B9C-362B-88A0-1D4E29FF73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20896" y="2399645"/>
                <a:ext cx="1712833" cy="1082198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FFFFFF"/>
                </a:solidFill>
                <a:miter lim="800000"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  <p:pic>
            <p:nvPicPr>
              <p:cNvPr id="91" name="Imagen 90">
                <a:extLst>
                  <a:ext uri="{FF2B5EF4-FFF2-40B4-BE49-F238E27FC236}">
                    <a16:creationId xmlns:a16="http://schemas.microsoft.com/office/drawing/2014/main" id="{97342D99-A7FD-C8AA-3EEE-42AD102D2E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20896" y="2382636"/>
                <a:ext cx="1695537" cy="1046364"/>
              </a:xfrm>
              <a:prstGeom prst="rect">
                <a:avLst/>
              </a:prstGeom>
            </p:spPr>
          </p:pic>
        </p:grpSp>
        <p:sp>
          <p:nvSpPr>
            <p:cNvPr id="88" name="Flecha: a la derecha 87">
              <a:extLst>
                <a:ext uri="{FF2B5EF4-FFF2-40B4-BE49-F238E27FC236}">
                  <a16:creationId xmlns:a16="http://schemas.microsoft.com/office/drawing/2014/main" id="{6CD03768-B6DE-C82B-CE61-15962F7FB3A6}"/>
                </a:ext>
              </a:extLst>
            </p:cNvPr>
            <p:cNvSpPr/>
            <p:nvPr/>
          </p:nvSpPr>
          <p:spPr>
            <a:xfrm>
              <a:off x="5847414" y="1233377"/>
              <a:ext cx="666800" cy="304800"/>
            </a:xfrm>
            <a:prstGeom prst="rightArrow">
              <a:avLst/>
            </a:prstGeom>
            <a:solidFill>
              <a:srgbClr val="D2A734"/>
            </a:solidFill>
            <a:ln>
              <a:solidFill>
                <a:srgbClr val="D8AE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IA ##</a:t>
              </a:r>
              <a:endParaRPr lang="es-MX" sz="1200" dirty="0"/>
            </a:p>
          </p:txBody>
        </p:sp>
        <p:sp>
          <p:nvSpPr>
            <p:cNvPr id="89" name="Flecha: a la derecha 88">
              <a:extLst>
                <a:ext uri="{FF2B5EF4-FFF2-40B4-BE49-F238E27FC236}">
                  <a16:creationId xmlns:a16="http://schemas.microsoft.com/office/drawing/2014/main" id="{DF888115-8D0E-D5EA-6775-8349C8750589}"/>
                </a:ext>
              </a:extLst>
            </p:cNvPr>
            <p:cNvSpPr/>
            <p:nvPr/>
          </p:nvSpPr>
          <p:spPr>
            <a:xfrm>
              <a:off x="5850962" y="1676398"/>
              <a:ext cx="663252" cy="304799"/>
            </a:xfrm>
            <a:prstGeom prst="rightArrow">
              <a:avLst/>
            </a:prstGeom>
            <a:solidFill>
              <a:srgbClr val="D2A734"/>
            </a:solidFill>
            <a:ln>
              <a:solidFill>
                <a:srgbClr val="D8AE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 dirty="0"/>
                <a:t>Gramar</a:t>
              </a:r>
              <a:endParaRPr lang="es-MX" sz="800" b="1" dirty="0"/>
            </a:p>
          </p:txBody>
        </p:sp>
      </p:grpSp>
      <p:grpSp>
        <p:nvGrpSpPr>
          <p:cNvPr id="92" name="Grupo 91">
            <a:extLst>
              <a:ext uri="{FF2B5EF4-FFF2-40B4-BE49-F238E27FC236}">
                <a16:creationId xmlns:a16="http://schemas.microsoft.com/office/drawing/2014/main" id="{46A104DC-3428-B3C4-C418-4C66ADA409EF}"/>
              </a:ext>
            </a:extLst>
          </p:cNvPr>
          <p:cNvGrpSpPr/>
          <p:nvPr/>
        </p:nvGrpSpPr>
        <p:grpSpPr>
          <a:xfrm>
            <a:off x="4120896" y="3705267"/>
            <a:ext cx="1712833" cy="1106041"/>
            <a:chOff x="8133907" y="1186432"/>
            <a:chExt cx="1712833" cy="1106041"/>
          </a:xfrm>
        </p:grpSpPr>
        <p:grpSp>
          <p:nvGrpSpPr>
            <p:cNvPr id="93" name="Grupo 92">
              <a:extLst>
                <a:ext uri="{FF2B5EF4-FFF2-40B4-BE49-F238E27FC236}">
                  <a16:creationId xmlns:a16="http://schemas.microsoft.com/office/drawing/2014/main" id="{9FE9E587-296B-3CF9-C347-6DEF3CA68AB4}"/>
                </a:ext>
              </a:extLst>
            </p:cNvPr>
            <p:cNvGrpSpPr/>
            <p:nvPr/>
          </p:nvGrpSpPr>
          <p:grpSpPr>
            <a:xfrm>
              <a:off x="8133907" y="1186432"/>
              <a:ext cx="1712833" cy="1099207"/>
              <a:chOff x="4120896" y="2382636"/>
              <a:chExt cx="1712833" cy="1099207"/>
            </a:xfrm>
          </p:grpSpPr>
          <p:pic>
            <p:nvPicPr>
              <p:cNvPr id="95" name="Imagen 94">
                <a:extLst>
                  <a:ext uri="{FF2B5EF4-FFF2-40B4-BE49-F238E27FC236}">
                    <a16:creationId xmlns:a16="http://schemas.microsoft.com/office/drawing/2014/main" id="{942D4421-0943-EF9D-C00A-04C77A248C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20896" y="2399645"/>
                <a:ext cx="1712833" cy="1082198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FFFFFF"/>
                </a:solidFill>
                <a:miter lim="800000"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  <p:pic>
            <p:nvPicPr>
              <p:cNvPr id="96" name="Imagen 95">
                <a:extLst>
                  <a:ext uri="{FF2B5EF4-FFF2-40B4-BE49-F238E27FC236}">
                    <a16:creationId xmlns:a16="http://schemas.microsoft.com/office/drawing/2014/main" id="{EF8E6FD1-9D3A-4720-320A-B0B02DBB18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20896" y="2382636"/>
                <a:ext cx="1695537" cy="1046364"/>
              </a:xfrm>
              <a:prstGeom prst="rect">
                <a:avLst/>
              </a:prstGeom>
            </p:spPr>
          </p:pic>
        </p:grpSp>
        <p:pic>
          <p:nvPicPr>
            <p:cNvPr id="94" name="Imagen 93">
              <a:extLst>
                <a:ext uri="{FF2B5EF4-FFF2-40B4-BE49-F238E27FC236}">
                  <a16:creationId xmlns:a16="http://schemas.microsoft.com/office/drawing/2014/main" id="{E44B4CB0-572C-48D6-EDDE-2E43547B9C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180517" y="1211071"/>
              <a:ext cx="1495350" cy="1081402"/>
            </a:xfrm>
            <a:prstGeom prst="rect">
              <a:avLst/>
            </a:prstGeom>
          </p:spPr>
        </p:pic>
      </p:grpSp>
      <p:grpSp>
        <p:nvGrpSpPr>
          <p:cNvPr id="97" name="Grupo 96">
            <a:extLst>
              <a:ext uri="{FF2B5EF4-FFF2-40B4-BE49-F238E27FC236}">
                <a16:creationId xmlns:a16="http://schemas.microsoft.com/office/drawing/2014/main" id="{FE96E685-3624-34F4-E08A-E6C1FA344468}"/>
              </a:ext>
            </a:extLst>
          </p:cNvPr>
          <p:cNvGrpSpPr/>
          <p:nvPr/>
        </p:nvGrpSpPr>
        <p:grpSpPr>
          <a:xfrm>
            <a:off x="10047215" y="4933727"/>
            <a:ext cx="1712833" cy="1099207"/>
            <a:chOff x="4120896" y="2382636"/>
            <a:chExt cx="1712833" cy="1099207"/>
          </a:xfrm>
        </p:grpSpPr>
        <p:pic>
          <p:nvPicPr>
            <p:cNvPr id="98" name="Imagen 97">
              <a:extLst>
                <a:ext uri="{FF2B5EF4-FFF2-40B4-BE49-F238E27FC236}">
                  <a16:creationId xmlns:a16="http://schemas.microsoft.com/office/drawing/2014/main" id="{4CFBEBF4-4AB0-2C50-7EDB-AE533C7D1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20896" y="2399645"/>
              <a:ext cx="1712833" cy="108219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99" name="Imagen 98">
              <a:extLst>
                <a:ext uri="{FF2B5EF4-FFF2-40B4-BE49-F238E27FC236}">
                  <a16:creationId xmlns:a16="http://schemas.microsoft.com/office/drawing/2014/main" id="{99096FAC-40CE-FBDB-BCB1-3F15FFC950E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20896" y="2382636"/>
              <a:ext cx="1695537" cy="1046364"/>
            </a:xfrm>
            <a:prstGeom prst="rect">
              <a:avLst/>
            </a:prstGeom>
          </p:spPr>
        </p:pic>
      </p:grpSp>
      <p:grpSp>
        <p:nvGrpSpPr>
          <p:cNvPr id="100" name="Grupo 99">
            <a:extLst>
              <a:ext uri="{FF2B5EF4-FFF2-40B4-BE49-F238E27FC236}">
                <a16:creationId xmlns:a16="http://schemas.microsoft.com/office/drawing/2014/main" id="{CDE54A8E-1DC3-37C3-E47D-76F4E555D469}"/>
              </a:ext>
            </a:extLst>
          </p:cNvPr>
          <p:cNvGrpSpPr/>
          <p:nvPr/>
        </p:nvGrpSpPr>
        <p:grpSpPr>
          <a:xfrm>
            <a:off x="6036350" y="4933727"/>
            <a:ext cx="3801583" cy="1099207"/>
            <a:chOff x="4120896" y="1168130"/>
            <a:chExt cx="3801583" cy="1099207"/>
          </a:xfrm>
        </p:grpSpPr>
        <p:pic>
          <p:nvPicPr>
            <p:cNvPr id="101" name="Imagen 100">
              <a:extLst>
                <a:ext uri="{FF2B5EF4-FFF2-40B4-BE49-F238E27FC236}">
                  <a16:creationId xmlns:a16="http://schemas.microsoft.com/office/drawing/2014/main" id="{8F9B5D93-A1BD-E86F-BC56-552EE5FED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20896" y="1174855"/>
              <a:ext cx="1712833" cy="108219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grpSp>
          <p:nvGrpSpPr>
            <p:cNvPr id="102" name="Grupo 101">
              <a:extLst>
                <a:ext uri="{FF2B5EF4-FFF2-40B4-BE49-F238E27FC236}">
                  <a16:creationId xmlns:a16="http://schemas.microsoft.com/office/drawing/2014/main" id="{E5A59A65-59C5-009D-162F-92FC5D26BB40}"/>
                </a:ext>
              </a:extLst>
            </p:cNvPr>
            <p:cNvGrpSpPr/>
            <p:nvPr/>
          </p:nvGrpSpPr>
          <p:grpSpPr>
            <a:xfrm>
              <a:off x="6209646" y="1168130"/>
              <a:ext cx="1712833" cy="1099207"/>
              <a:chOff x="4120896" y="2382636"/>
              <a:chExt cx="1712833" cy="1099207"/>
            </a:xfrm>
          </p:grpSpPr>
          <p:pic>
            <p:nvPicPr>
              <p:cNvPr id="105" name="Imagen 104">
                <a:extLst>
                  <a:ext uri="{FF2B5EF4-FFF2-40B4-BE49-F238E27FC236}">
                    <a16:creationId xmlns:a16="http://schemas.microsoft.com/office/drawing/2014/main" id="{9872C5C1-DC51-62F2-0F7F-1E0A27ABE5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20896" y="2399645"/>
                <a:ext cx="1712833" cy="1082198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FFFFFF"/>
                </a:solidFill>
                <a:miter lim="800000"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  <p:pic>
            <p:nvPicPr>
              <p:cNvPr id="106" name="Imagen 105">
                <a:extLst>
                  <a:ext uri="{FF2B5EF4-FFF2-40B4-BE49-F238E27FC236}">
                    <a16:creationId xmlns:a16="http://schemas.microsoft.com/office/drawing/2014/main" id="{3178782E-88A3-B284-B6F0-C4C56D608B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20896" y="2382636"/>
                <a:ext cx="1695537" cy="1046364"/>
              </a:xfrm>
              <a:prstGeom prst="rect">
                <a:avLst/>
              </a:prstGeom>
            </p:spPr>
          </p:pic>
        </p:grpSp>
        <p:sp>
          <p:nvSpPr>
            <p:cNvPr id="103" name="Flecha: a la derecha 102">
              <a:extLst>
                <a:ext uri="{FF2B5EF4-FFF2-40B4-BE49-F238E27FC236}">
                  <a16:creationId xmlns:a16="http://schemas.microsoft.com/office/drawing/2014/main" id="{DFF473F3-A603-CA56-CFCB-C0E9B1C642E0}"/>
                </a:ext>
              </a:extLst>
            </p:cNvPr>
            <p:cNvSpPr/>
            <p:nvPr/>
          </p:nvSpPr>
          <p:spPr>
            <a:xfrm>
              <a:off x="5847414" y="1233377"/>
              <a:ext cx="666800" cy="304800"/>
            </a:xfrm>
            <a:prstGeom prst="rightArrow">
              <a:avLst/>
            </a:prstGeom>
            <a:solidFill>
              <a:srgbClr val="D2A734"/>
            </a:solidFill>
            <a:ln>
              <a:solidFill>
                <a:srgbClr val="D8AE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IA ##</a:t>
              </a:r>
              <a:endParaRPr lang="es-MX" sz="1200" dirty="0"/>
            </a:p>
          </p:txBody>
        </p:sp>
        <p:sp>
          <p:nvSpPr>
            <p:cNvPr id="104" name="Flecha: a la derecha 103">
              <a:extLst>
                <a:ext uri="{FF2B5EF4-FFF2-40B4-BE49-F238E27FC236}">
                  <a16:creationId xmlns:a16="http://schemas.microsoft.com/office/drawing/2014/main" id="{44128985-DBBB-7AB4-3D9E-61B2E1EBEBBF}"/>
                </a:ext>
              </a:extLst>
            </p:cNvPr>
            <p:cNvSpPr/>
            <p:nvPr/>
          </p:nvSpPr>
          <p:spPr>
            <a:xfrm>
              <a:off x="5850962" y="1676398"/>
              <a:ext cx="663252" cy="304799"/>
            </a:xfrm>
            <a:prstGeom prst="rightArrow">
              <a:avLst/>
            </a:prstGeom>
            <a:solidFill>
              <a:srgbClr val="D2A734"/>
            </a:solidFill>
            <a:ln>
              <a:solidFill>
                <a:srgbClr val="D8AE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 dirty="0"/>
                <a:t>Gramar</a:t>
              </a:r>
              <a:endParaRPr lang="es-MX" sz="800" b="1" dirty="0"/>
            </a:p>
          </p:txBody>
        </p:sp>
      </p:grpSp>
      <p:grpSp>
        <p:nvGrpSpPr>
          <p:cNvPr id="107" name="Grupo 106">
            <a:extLst>
              <a:ext uri="{FF2B5EF4-FFF2-40B4-BE49-F238E27FC236}">
                <a16:creationId xmlns:a16="http://schemas.microsoft.com/office/drawing/2014/main" id="{AE236680-2BE7-7B45-38F6-FC9DDC9F059F}"/>
              </a:ext>
            </a:extLst>
          </p:cNvPr>
          <p:cNvGrpSpPr/>
          <p:nvPr/>
        </p:nvGrpSpPr>
        <p:grpSpPr>
          <a:xfrm>
            <a:off x="4114235" y="4930725"/>
            <a:ext cx="1712833" cy="1106041"/>
            <a:chOff x="8133907" y="1186432"/>
            <a:chExt cx="1712833" cy="1106041"/>
          </a:xfrm>
        </p:grpSpPr>
        <p:grpSp>
          <p:nvGrpSpPr>
            <p:cNvPr id="108" name="Grupo 107">
              <a:extLst>
                <a:ext uri="{FF2B5EF4-FFF2-40B4-BE49-F238E27FC236}">
                  <a16:creationId xmlns:a16="http://schemas.microsoft.com/office/drawing/2014/main" id="{D9BFD54B-F596-90F7-C9A7-B08B722958BA}"/>
                </a:ext>
              </a:extLst>
            </p:cNvPr>
            <p:cNvGrpSpPr/>
            <p:nvPr/>
          </p:nvGrpSpPr>
          <p:grpSpPr>
            <a:xfrm>
              <a:off x="8133907" y="1186432"/>
              <a:ext cx="1712833" cy="1099207"/>
              <a:chOff x="4120896" y="2382636"/>
              <a:chExt cx="1712833" cy="1099207"/>
            </a:xfrm>
          </p:grpSpPr>
          <p:pic>
            <p:nvPicPr>
              <p:cNvPr id="110" name="Imagen 109">
                <a:extLst>
                  <a:ext uri="{FF2B5EF4-FFF2-40B4-BE49-F238E27FC236}">
                    <a16:creationId xmlns:a16="http://schemas.microsoft.com/office/drawing/2014/main" id="{0BD88FF6-079B-5817-E9A6-4720B84B40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20896" y="2399645"/>
                <a:ext cx="1712833" cy="1082198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FFFFFF"/>
                </a:solidFill>
                <a:miter lim="800000"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  <p:pic>
            <p:nvPicPr>
              <p:cNvPr id="111" name="Imagen 110">
                <a:extLst>
                  <a:ext uri="{FF2B5EF4-FFF2-40B4-BE49-F238E27FC236}">
                    <a16:creationId xmlns:a16="http://schemas.microsoft.com/office/drawing/2014/main" id="{6891DCE5-F00C-9B43-8EF8-842AB302AE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20896" y="2382636"/>
                <a:ext cx="1695537" cy="1046364"/>
              </a:xfrm>
              <a:prstGeom prst="rect">
                <a:avLst/>
              </a:prstGeom>
            </p:spPr>
          </p:pic>
        </p:grpSp>
        <p:pic>
          <p:nvPicPr>
            <p:cNvPr id="109" name="Imagen 108">
              <a:extLst>
                <a:ext uri="{FF2B5EF4-FFF2-40B4-BE49-F238E27FC236}">
                  <a16:creationId xmlns:a16="http://schemas.microsoft.com/office/drawing/2014/main" id="{7F979883-30D1-BFD0-C3F0-1E15373820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180517" y="1211071"/>
              <a:ext cx="1495350" cy="1081402"/>
            </a:xfrm>
            <a:prstGeom prst="rect">
              <a:avLst/>
            </a:prstGeom>
          </p:spPr>
        </p:pic>
      </p:grpSp>
      <p:pic>
        <p:nvPicPr>
          <p:cNvPr id="112" name="Imagen 111">
            <a:extLst>
              <a:ext uri="{FF2B5EF4-FFF2-40B4-BE49-F238E27FC236}">
                <a16:creationId xmlns:a16="http://schemas.microsoft.com/office/drawing/2014/main" id="{595897B7-DAC6-F33D-F579-A345A0F72E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3355" y="1194601"/>
            <a:ext cx="1712833" cy="10821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5" name="Flecha: a la derecha 24">
            <a:extLst>
              <a:ext uri="{FF2B5EF4-FFF2-40B4-BE49-F238E27FC236}">
                <a16:creationId xmlns:a16="http://schemas.microsoft.com/office/drawing/2014/main" id="{4E100F89-656A-E84B-6A60-3CB3811A1496}"/>
              </a:ext>
            </a:extLst>
          </p:cNvPr>
          <p:cNvSpPr/>
          <p:nvPr/>
        </p:nvSpPr>
        <p:spPr>
          <a:xfrm>
            <a:off x="7769529" y="1259650"/>
            <a:ext cx="666800" cy="304800"/>
          </a:xfrm>
          <a:prstGeom prst="rightArrow">
            <a:avLst/>
          </a:prstGeom>
          <a:solidFill>
            <a:srgbClr val="D2A734"/>
          </a:solidFill>
          <a:ln>
            <a:solidFill>
              <a:srgbClr val="D8AE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IA ##</a:t>
            </a:r>
            <a:endParaRPr lang="es-MX" sz="1200" dirty="0"/>
          </a:p>
        </p:txBody>
      </p:sp>
      <p:sp>
        <p:nvSpPr>
          <p:cNvPr id="53" name="Flecha: a la derecha 52">
            <a:extLst>
              <a:ext uri="{FF2B5EF4-FFF2-40B4-BE49-F238E27FC236}">
                <a16:creationId xmlns:a16="http://schemas.microsoft.com/office/drawing/2014/main" id="{5400C97B-B75F-2963-818B-AF88396D45A2}"/>
              </a:ext>
            </a:extLst>
          </p:cNvPr>
          <p:cNvSpPr/>
          <p:nvPr/>
        </p:nvSpPr>
        <p:spPr>
          <a:xfrm>
            <a:off x="7773077" y="1702671"/>
            <a:ext cx="663252" cy="304799"/>
          </a:xfrm>
          <a:prstGeom prst="rightArrow">
            <a:avLst/>
          </a:prstGeom>
          <a:solidFill>
            <a:srgbClr val="D2A734"/>
          </a:solidFill>
          <a:ln>
            <a:solidFill>
              <a:srgbClr val="D8AE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Gramar</a:t>
            </a:r>
            <a:endParaRPr lang="es-MX" sz="800" b="1" dirty="0"/>
          </a:p>
        </p:txBody>
      </p:sp>
      <p:sp>
        <p:nvSpPr>
          <p:cNvPr id="2" name="Flecha: hacia la izquierda 1">
            <a:extLst>
              <a:ext uri="{FF2B5EF4-FFF2-40B4-BE49-F238E27FC236}">
                <a16:creationId xmlns:a16="http://schemas.microsoft.com/office/drawing/2014/main" id="{79AC0A33-3FE9-B64A-E2BE-400D399E8F7B}"/>
              </a:ext>
            </a:extLst>
          </p:cNvPr>
          <p:cNvSpPr/>
          <p:nvPr/>
        </p:nvSpPr>
        <p:spPr>
          <a:xfrm>
            <a:off x="413248" y="1070542"/>
            <a:ext cx="135391" cy="224249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AEB61A7-E98D-EB23-CECD-F9DBC3876925}"/>
              </a:ext>
            </a:extLst>
          </p:cNvPr>
          <p:cNvSpPr/>
          <p:nvPr/>
        </p:nvSpPr>
        <p:spPr>
          <a:xfrm>
            <a:off x="3824792" y="892429"/>
            <a:ext cx="246884" cy="588312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04963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B2627-D458-4C0E-E84B-8B98DCAD2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E063A8AC-40EF-D0C6-D96D-46C269936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516"/>
            <a:ext cx="12192000" cy="6602350"/>
          </a:xfrm>
          <a:prstGeom prst="rect">
            <a:avLst/>
          </a:prstGeom>
        </p:spPr>
      </p:pic>
      <p:grpSp>
        <p:nvGrpSpPr>
          <p:cNvPr id="11" name="Grupo 10">
            <a:extLst>
              <a:ext uri="{FF2B5EF4-FFF2-40B4-BE49-F238E27FC236}">
                <a16:creationId xmlns:a16="http://schemas.microsoft.com/office/drawing/2014/main" id="{97371E06-4A54-5407-1BDD-0A4A30219AFE}"/>
              </a:ext>
            </a:extLst>
          </p:cNvPr>
          <p:cNvGrpSpPr/>
          <p:nvPr/>
        </p:nvGrpSpPr>
        <p:grpSpPr>
          <a:xfrm>
            <a:off x="2056202" y="1067991"/>
            <a:ext cx="87009" cy="5684875"/>
            <a:chOff x="7967330" y="914399"/>
            <a:chExt cx="87009" cy="5684875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D4A6AECB-523D-3DF4-BEF7-90EB03B40567}"/>
                </a:ext>
              </a:extLst>
            </p:cNvPr>
            <p:cNvSpPr/>
            <p:nvPr/>
          </p:nvSpPr>
          <p:spPr>
            <a:xfrm>
              <a:off x="7967330" y="914399"/>
              <a:ext cx="87009" cy="568487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E17E15EE-9FAC-206C-F895-C94C16690734}"/>
                </a:ext>
              </a:extLst>
            </p:cNvPr>
            <p:cNvCxnSpPr>
              <a:cxnSpLocks/>
            </p:cNvCxnSpPr>
            <p:nvPr/>
          </p:nvCxnSpPr>
          <p:spPr>
            <a:xfrm>
              <a:off x="8011811" y="2913321"/>
              <a:ext cx="0" cy="167285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Flecha: hacia la izquierda 1">
            <a:extLst>
              <a:ext uri="{FF2B5EF4-FFF2-40B4-BE49-F238E27FC236}">
                <a16:creationId xmlns:a16="http://schemas.microsoft.com/office/drawing/2014/main" id="{75A6A225-4672-9A73-1AE9-223DF9DE9E63}"/>
              </a:ext>
            </a:extLst>
          </p:cNvPr>
          <p:cNvSpPr/>
          <p:nvPr/>
        </p:nvSpPr>
        <p:spPr>
          <a:xfrm>
            <a:off x="413248" y="1538714"/>
            <a:ext cx="135391" cy="224249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A63E1E6-546D-0D71-2517-C89A480B3D54}"/>
              </a:ext>
            </a:extLst>
          </p:cNvPr>
          <p:cNvSpPr/>
          <p:nvPr/>
        </p:nvSpPr>
        <p:spPr>
          <a:xfrm>
            <a:off x="1961249" y="946919"/>
            <a:ext cx="246884" cy="588312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8AA2627-071C-F81A-3E48-979886E1B1E6}"/>
              </a:ext>
            </a:extLst>
          </p:cNvPr>
          <p:cNvSpPr/>
          <p:nvPr/>
        </p:nvSpPr>
        <p:spPr>
          <a:xfrm rot="16200000">
            <a:off x="2861686" y="440775"/>
            <a:ext cx="279806" cy="171675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32666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</TotalTime>
  <Words>111</Words>
  <Application>Microsoft Office PowerPoint</Application>
  <PresentationFormat>Panorámica</PresentationFormat>
  <Paragraphs>28</Paragraphs>
  <Slides>8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Temis Espinosa Badillo</dc:creator>
  <cp:lastModifiedBy>Temis Espinosa Badillo</cp:lastModifiedBy>
  <cp:revision>1</cp:revision>
  <dcterms:created xsi:type="dcterms:W3CDTF">2026-06-28T09:35:39Z</dcterms:created>
  <dcterms:modified xsi:type="dcterms:W3CDTF">2026-06-28T22:06:49Z</dcterms:modified>
</cp:coreProperties>
</file>